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heme/theme2.xml" ContentType="application/vnd.openxmlformats-officedocument.theme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5" r:id="rId2"/>
    <p:sldId id="287" r:id="rId3"/>
    <p:sldId id="289" r:id="rId4"/>
    <p:sldId id="290" r:id="rId5"/>
    <p:sldId id="277" r:id="rId6"/>
    <p:sldId id="278" r:id="rId7"/>
    <p:sldId id="279" r:id="rId8"/>
    <p:sldId id="280" r:id="rId9"/>
    <p:sldId id="281" r:id="rId10"/>
    <p:sldId id="282" r:id="rId11"/>
    <p:sldId id="284" r:id="rId12"/>
    <p:sldId id="285" r:id="rId13"/>
    <p:sldId id="286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75C"/>
    <a:srgbClr val="F8F8F8"/>
    <a:srgbClr val="FFFFFF"/>
    <a:srgbClr val="00C0CC"/>
    <a:srgbClr val="7582FF"/>
    <a:srgbClr val="6B76FF"/>
    <a:srgbClr val="6D7CFD"/>
    <a:srgbClr val="3589FF"/>
    <a:srgbClr val="757CFD"/>
    <a:srgbClr val="7D8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25" autoAdjust="0"/>
  </p:normalViewPr>
  <p:slideViewPr>
    <p:cSldViewPr snapToGrid="0" showGuides="1">
      <p:cViewPr varScale="1">
        <p:scale>
          <a:sx n="78" d="100"/>
          <a:sy n="78" d="100"/>
        </p:scale>
        <p:origin x="7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CE624-3660-4035-AB45-CE49DDC2C65A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5F825-9C29-43CC-BB96-80A60E9689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0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tags" Target="../tags/tag68.xml"/><Relationship Id="rId18" Type="http://schemas.openxmlformats.org/officeDocument/2006/relationships/tags" Target="../tags/tag73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tags" Target="../tags/tag67.xml"/><Relationship Id="rId17" Type="http://schemas.openxmlformats.org/officeDocument/2006/relationships/tags" Target="../tags/tag72.xml"/><Relationship Id="rId2" Type="http://schemas.openxmlformats.org/officeDocument/2006/relationships/tags" Target="../tags/tag57.xml"/><Relationship Id="rId16" Type="http://schemas.openxmlformats.org/officeDocument/2006/relationships/tags" Target="../tags/tag71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tags" Target="../tags/tag66.xml"/><Relationship Id="rId5" Type="http://schemas.openxmlformats.org/officeDocument/2006/relationships/tags" Target="../tags/tag60.xml"/><Relationship Id="rId15" Type="http://schemas.openxmlformats.org/officeDocument/2006/relationships/tags" Target="../tags/tag70.xml"/><Relationship Id="rId10" Type="http://schemas.openxmlformats.org/officeDocument/2006/relationships/tags" Target="../tags/tag65.xml"/><Relationship Id="rId19" Type="http://schemas.openxmlformats.org/officeDocument/2006/relationships/tags" Target="../tags/tag74.xml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tags" Target="../tags/tag69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tags" Target="../tags/tag10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tags" Target="../tags/tag103.xml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10" Type="http://schemas.openxmlformats.org/officeDocument/2006/relationships/tags" Target="../tags/tag96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tags" Target="../tags/tag147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62.xml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75.xml"/><Relationship Id="rId3" Type="http://schemas.openxmlformats.org/officeDocument/2006/relationships/tags" Target="../tags/tag170.xml"/><Relationship Id="rId7" Type="http://schemas.openxmlformats.org/officeDocument/2006/relationships/tags" Target="../tags/tag174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72.xml"/><Relationship Id="rId10" Type="http://schemas.openxmlformats.org/officeDocument/2006/relationships/tags" Target="../tags/tag177.xml"/><Relationship Id="rId4" Type="http://schemas.openxmlformats.org/officeDocument/2006/relationships/tags" Target="../tags/tag171.xml"/><Relationship Id="rId9" Type="http://schemas.openxmlformats.org/officeDocument/2006/relationships/tags" Target="../tags/tag17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13" Type="http://schemas.openxmlformats.org/officeDocument/2006/relationships/tags" Target="../tags/tag199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tags" Target="../tags/tag198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tags" Target="../tags/tag197.xml"/><Relationship Id="rId5" Type="http://schemas.openxmlformats.org/officeDocument/2006/relationships/tags" Target="../tags/tag191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96.xml"/><Relationship Id="rId4" Type="http://schemas.openxmlformats.org/officeDocument/2006/relationships/tags" Target="../tags/tag190.xml"/><Relationship Id="rId9" Type="http://schemas.openxmlformats.org/officeDocument/2006/relationships/tags" Target="../tags/tag195.xml"/><Relationship Id="rId14" Type="http://schemas.openxmlformats.org/officeDocument/2006/relationships/tags" Target="../tags/tag20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12" Type="http://schemas.openxmlformats.org/officeDocument/2006/relationships/tags" Target="../tags/tag219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tags" Target="../tags/tag218.xml"/><Relationship Id="rId5" Type="http://schemas.openxmlformats.org/officeDocument/2006/relationships/tags" Target="../tags/tag212.xml"/><Relationship Id="rId10" Type="http://schemas.openxmlformats.org/officeDocument/2006/relationships/tags" Target="../tags/tag217.xml"/><Relationship Id="rId4" Type="http://schemas.openxmlformats.org/officeDocument/2006/relationships/tags" Target="../tags/tag211.xml"/><Relationship Id="rId9" Type="http://schemas.openxmlformats.org/officeDocument/2006/relationships/tags" Target="../tags/tag216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3" Type="http://schemas.openxmlformats.org/officeDocument/2006/relationships/tags" Target="../tags/tag222.xml"/><Relationship Id="rId7" Type="http://schemas.openxmlformats.org/officeDocument/2006/relationships/tags" Target="../tags/tag22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tags" Target="../tags/tag230.xml"/><Relationship Id="rId5" Type="http://schemas.openxmlformats.org/officeDocument/2006/relationships/tags" Target="../tags/tag224.xml"/><Relationship Id="rId10" Type="http://schemas.openxmlformats.org/officeDocument/2006/relationships/tags" Target="../tags/tag229.xml"/><Relationship Id="rId4" Type="http://schemas.openxmlformats.org/officeDocument/2006/relationships/tags" Target="../tags/tag223.xml"/><Relationship Id="rId9" Type="http://schemas.openxmlformats.org/officeDocument/2006/relationships/tags" Target="../tags/tag228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38.xml"/><Relationship Id="rId13" Type="http://schemas.openxmlformats.org/officeDocument/2006/relationships/tags" Target="../tags/tag243.xml"/><Relationship Id="rId18" Type="http://schemas.openxmlformats.org/officeDocument/2006/relationships/tags" Target="../tags/tag248.xml"/><Relationship Id="rId3" Type="http://schemas.openxmlformats.org/officeDocument/2006/relationships/tags" Target="../tags/tag233.xml"/><Relationship Id="rId7" Type="http://schemas.openxmlformats.org/officeDocument/2006/relationships/tags" Target="../tags/tag237.xml"/><Relationship Id="rId12" Type="http://schemas.openxmlformats.org/officeDocument/2006/relationships/tags" Target="../tags/tag242.xml"/><Relationship Id="rId17" Type="http://schemas.openxmlformats.org/officeDocument/2006/relationships/tags" Target="../tags/tag247.xml"/><Relationship Id="rId2" Type="http://schemas.openxmlformats.org/officeDocument/2006/relationships/tags" Target="../tags/tag232.xml"/><Relationship Id="rId16" Type="http://schemas.openxmlformats.org/officeDocument/2006/relationships/tags" Target="../tags/tag246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11" Type="http://schemas.openxmlformats.org/officeDocument/2006/relationships/tags" Target="../tags/tag241.xml"/><Relationship Id="rId5" Type="http://schemas.openxmlformats.org/officeDocument/2006/relationships/tags" Target="../tags/tag235.xml"/><Relationship Id="rId15" Type="http://schemas.openxmlformats.org/officeDocument/2006/relationships/tags" Target="../tags/tag245.xml"/><Relationship Id="rId10" Type="http://schemas.openxmlformats.org/officeDocument/2006/relationships/tags" Target="../tags/tag240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34.xml"/><Relationship Id="rId9" Type="http://schemas.openxmlformats.org/officeDocument/2006/relationships/tags" Target="../tags/tag239.xml"/><Relationship Id="rId14" Type="http://schemas.openxmlformats.org/officeDocument/2006/relationships/tags" Target="../tags/tag24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922816" y="2265314"/>
            <a:ext cx="2880000" cy="1239886"/>
          </a:xfrm>
        </p:spPr>
        <p:txBody>
          <a:bodyPr wrap="square" anchor="ctr" anchorCtr="0">
            <a:normAutofit/>
          </a:bodyPr>
          <a:lstStyle>
            <a:lvl1pPr>
              <a:defRPr sz="7200">
                <a:gradFill>
                  <a:gsLst>
                    <a:gs pos="0">
                      <a:schemeClr val="accent1">
                        <a:lumMod val="90000"/>
                        <a:alpha val="100000"/>
                      </a:schemeClr>
                    </a:gs>
                    <a:gs pos="100000">
                      <a:schemeClr val="accent1">
                        <a:lumMod val="90000"/>
                        <a:alpha val="10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229995"/>
            <a:ext cx="5323840" cy="55499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229995"/>
            <a:ext cx="5323840" cy="55499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1278255"/>
            <a:ext cx="10801985" cy="489966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: 形状 78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solidFill>
            <a:schemeClr val="bg2">
              <a:lumMod val="90000"/>
              <a:lumOff val="1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WPS灵秀黑" charset="-122"/>
              <a:ea typeface="WPS灵秀黑" charset="-122"/>
              <a:sym typeface="+mn-ea"/>
            </a:endParaRPr>
          </a:p>
        </p:txBody>
      </p:sp>
      <p:sp>
        <p:nvSpPr>
          <p:cNvPr id="73" name="平行四边形 72"/>
          <p:cNvSpPr/>
          <p:nvPr userDrawn="1">
            <p:custDataLst>
              <p:tags r:id="rId2"/>
            </p:custDataLst>
          </p:nvPr>
        </p:nvSpPr>
        <p:spPr>
          <a:xfrm>
            <a:off x="5135245" y="0"/>
            <a:ext cx="3860800" cy="6858000"/>
          </a:xfrm>
          <a:prstGeom prst="parallelogram">
            <a:avLst>
              <a:gd name="adj" fmla="val 46903"/>
            </a:avLst>
          </a:prstGeom>
          <a:gradFill flip="none" rotWithShape="1">
            <a:gsLst>
              <a:gs pos="100000">
                <a:schemeClr val="bg2">
                  <a:lumMod val="85000"/>
                  <a:lumOff val="15000"/>
                </a:schemeClr>
              </a:gs>
              <a:gs pos="0">
                <a:schemeClr val="bg2">
                  <a:lumMod val="78000"/>
                  <a:alpha val="52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3"/>
            </p:custDataLst>
          </p:nvPr>
        </p:nvSpPr>
        <p:spPr>
          <a:xfrm>
            <a:off x="8845550" y="0"/>
            <a:ext cx="3346450" cy="6858000"/>
          </a:xfrm>
          <a:custGeom>
            <a:avLst/>
            <a:gdLst>
              <a:gd name="connsiteX0" fmla="*/ 1804545 w 3346566"/>
              <a:gd name="connsiteY0" fmla="*/ 0 h 6857999"/>
              <a:gd name="connsiteX1" fmla="*/ 3346566 w 3346566"/>
              <a:gd name="connsiteY1" fmla="*/ 0 h 6857999"/>
              <a:gd name="connsiteX2" fmla="*/ 3346566 w 3346566"/>
              <a:gd name="connsiteY2" fmla="*/ 6857999 h 6857999"/>
              <a:gd name="connsiteX3" fmla="*/ 0 w 334656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566" h="6857999">
                <a:moveTo>
                  <a:pt x="1804545" y="0"/>
                </a:moveTo>
                <a:lnTo>
                  <a:pt x="3346566" y="0"/>
                </a:lnTo>
                <a:lnTo>
                  <a:pt x="334656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95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4"/>
            </p:custDataLst>
          </p:nvPr>
        </p:nvSpPr>
        <p:spPr>
          <a:xfrm rot="5400000">
            <a:off x="-322573" y="322574"/>
            <a:ext cx="1002670" cy="357523"/>
          </a:xfrm>
          <a:custGeom>
            <a:avLst/>
            <a:gdLst>
              <a:gd name="connsiteX0" fmla="*/ 0 w 1002670"/>
              <a:gd name="connsiteY0" fmla="*/ 357523 h 357523"/>
              <a:gd name="connsiteX1" fmla="*/ 0 w 1002670"/>
              <a:gd name="connsiteY1" fmla="*/ 0 h 357523"/>
              <a:gd name="connsiteX2" fmla="*/ 1002670 w 1002670"/>
              <a:gd name="connsiteY2" fmla="*/ 357523 h 35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2670" h="357523">
                <a:moveTo>
                  <a:pt x="0" y="357523"/>
                </a:moveTo>
                <a:lnTo>
                  <a:pt x="0" y="0"/>
                </a:lnTo>
                <a:lnTo>
                  <a:pt x="1002670" y="3575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PS灵秀黑" charset="-122"/>
              <a:ea typeface="WPS灵秀黑" charset="-122"/>
              <a:cs typeface="+mn-ea"/>
              <a:sym typeface="+mn-lt"/>
            </a:endParaRPr>
          </a:p>
        </p:txBody>
      </p:sp>
      <p:sp>
        <p:nvSpPr>
          <p:cNvPr id="53" name="任意多边形: 形状 52"/>
          <p:cNvSpPr/>
          <p:nvPr userDrawn="1">
            <p:custDataLst>
              <p:tags r:id="rId5"/>
            </p:custDataLst>
          </p:nvPr>
        </p:nvSpPr>
        <p:spPr>
          <a:xfrm rot="5400000">
            <a:off x="-259353" y="261258"/>
            <a:ext cx="806158" cy="287452"/>
          </a:xfrm>
          <a:custGeom>
            <a:avLst/>
            <a:gdLst>
              <a:gd name="connsiteX0" fmla="*/ 0 w 806158"/>
              <a:gd name="connsiteY0" fmla="*/ 287452 h 287452"/>
              <a:gd name="connsiteX1" fmla="*/ 0 w 806158"/>
              <a:gd name="connsiteY1" fmla="*/ 0 h 287452"/>
              <a:gd name="connsiteX2" fmla="*/ 806158 w 806158"/>
              <a:gd name="connsiteY2" fmla="*/ 287452 h 287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6158" h="287452">
                <a:moveTo>
                  <a:pt x="0" y="287452"/>
                </a:moveTo>
                <a:lnTo>
                  <a:pt x="0" y="0"/>
                </a:lnTo>
                <a:lnTo>
                  <a:pt x="806158" y="2874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PS灵秀黑" charset="-122"/>
              <a:ea typeface="WPS灵秀黑" charset="-122"/>
              <a:cs typeface="+mn-ea"/>
              <a:sym typeface="+mn-lt"/>
            </a:endParaRPr>
          </a:p>
        </p:txBody>
      </p:sp>
      <p:cxnSp>
        <p:nvCxnSpPr>
          <p:cNvPr id="16" name="形状15"/>
          <p:cNvCxnSpPr/>
          <p:nvPr userDrawn="1">
            <p:custDataLst>
              <p:tags r:id="rId6"/>
            </p:custDataLst>
          </p:nvPr>
        </p:nvCxnSpPr>
        <p:spPr>
          <a:xfrm flipH="1">
            <a:off x="11113294" y="2544251"/>
            <a:ext cx="1075337" cy="431374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形状17"/>
          <p:cNvSpPr/>
          <p:nvPr userDrawn="1">
            <p:custDataLst>
              <p:tags r:id="rId7"/>
            </p:custDataLst>
          </p:nvPr>
        </p:nvSpPr>
        <p:spPr>
          <a:xfrm rot="5400000" flipH="1" flipV="1">
            <a:off x="11688767" y="6354767"/>
            <a:ext cx="836613" cy="169853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PS灵秀黑" charset="-122"/>
              <a:ea typeface="WPS灵秀黑" charset="-122"/>
              <a:cs typeface="+mn-ea"/>
              <a:sym typeface="+mn-lt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8"/>
            </p:custDataLst>
          </p:nvPr>
        </p:nvSpPr>
        <p:spPr>
          <a:xfrm>
            <a:off x="6159677" y="2"/>
            <a:ext cx="5850391" cy="6857999"/>
          </a:xfrm>
          <a:custGeom>
            <a:avLst/>
            <a:gdLst>
              <a:gd name="connsiteX0" fmla="*/ 1686680 w 5850391"/>
              <a:gd name="connsiteY0" fmla="*/ 0 h 6857999"/>
              <a:gd name="connsiteX1" fmla="*/ 5850391 w 5850391"/>
              <a:gd name="connsiteY1" fmla="*/ 0 h 6857999"/>
              <a:gd name="connsiteX2" fmla="*/ 4163710 w 5850391"/>
              <a:gd name="connsiteY2" fmla="*/ 6857999 h 6857999"/>
              <a:gd name="connsiteX3" fmla="*/ 0 w 5850391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0391" h="6857999">
                <a:moveTo>
                  <a:pt x="1686680" y="0"/>
                </a:moveTo>
                <a:lnTo>
                  <a:pt x="5850391" y="0"/>
                </a:lnTo>
                <a:lnTo>
                  <a:pt x="416371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9"/>
            </p:custDataLst>
          </p:nvPr>
        </p:nvSpPr>
        <p:spPr>
          <a:xfrm>
            <a:off x="6415848" y="2"/>
            <a:ext cx="5776152" cy="6857999"/>
          </a:xfrm>
          <a:custGeom>
            <a:avLst/>
            <a:gdLst>
              <a:gd name="connsiteX0" fmla="*/ 1686681 w 5776152"/>
              <a:gd name="connsiteY0" fmla="*/ 0 h 6857999"/>
              <a:gd name="connsiteX1" fmla="*/ 5776152 w 5776152"/>
              <a:gd name="connsiteY1" fmla="*/ 0 h 6857999"/>
              <a:gd name="connsiteX2" fmla="*/ 5776152 w 5776152"/>
              <a:gd name="connsiteY2" fmla="*/ 301857 h 6857999"/>
              <a:gd name="connsiteX3" fmla="*/ 4163711 w 5776152"/>
              <a:gd name="connsiteY3" fmla="*/ 6857999 h 6857999"/>
              <a:gd name="connsiteX4" fmla="*/ 0 w 5776152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152" h="6857999">
                <a:moveTo>
                  <a:pt x="1686681" y="0"/>
                </a:moveTo>
                <a:lnTo>
                  <a:pt x="5776152" y="0"/>
                </a:lnTo>
                <a:lnTo>
                  <a:pt x="5776152" y="301857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0"/>
            </p:custDataLst>
          </p:nvPr>
        </p:nvSpPr>
        <p:spPr>
          <a:xfrm>
            <a:off x="6672020" y="2"/>
            <a:ext cx="5519980" cy="6857999"/>
          </a:xfrm>
          <a:custGeom>
            <a:avLst/>
            <a:gdLst>
              <a:gd name="connsiteX0" fmla="*/ 1686681 w 5519980"/>
              <a:gd name="connsiteY0" fmla="*/ 0 h 6857999"/>
              <a:gd name="connsiteX1" fmla="*/ 5519980 w 5519980"/>
              <a:gd name="connsiteY1" fmla="*/ 0 h 6857999"/>
              <a:gd name="connsiteX2" fmla="*/ 5519980 w 5519980"/>
              <a:gd name="connsiteY2" fmla="*/ 1343446 h 6857999"/>
              <a:gd name="connsiteX3" fmla="*/ 4163711 w 5519980"/>
              <a:gd name="connsiteY3" fmla="*/ 6857999 h 6857999"/>
              <a:gd name="connsiteX4" fmla="*/ 0 w 551998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9980" h="6857999">
                <a:moveTo>
                  <a:pt x="1686681" y="0"/>
                </a:moveTo>
                <a:lnTo>
                  <a:pt x="5519980" y="0"/>
                </a:lnTo>
                <a:lnTo>
                  <a:pt x="5519980" y="1343446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75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25" name="形状23"/>
          <p:cNvSpPr/>
          <p:nvPr userDrawn="1">
            <p:custDataLst>
              <p:tags r:id="rId11"/>
            </p:custDataLst>
          </p:nvPr>
        </p:nvSpPr>
        <p:spPr>
          <a:xfrm>
            <a:off x="8034794" y="2274072"/>
            <a:ext cx="1379429" cy="2750974"/>
          </a:xfrm>
          <a:prstGeom prst="chevron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WPS灵秀黑" charset="-122"/>
              <a:ea typeface="WPS灵秀黑" charset="-122"/>
            </a:endParaRPr>
          </a:p>
        </p:txBody>
      </p:sp>
      <p:sp>
        <p:nvSpPr>
          <p:cNvPr id="26" name="形状24"/>
          <p:cNvSpPr/>
          <p:nvPr userDrawn="1">
            <p:custDataLst>
              <p:tags r:id="rId12"/>
            </p:custDataLst>
          </p:nvPr>
        </p:nvSpPr>
        <p:spPr>
          <a:xfrm>
            <a:off x="9608358" y="2274072"/>
            <a:ext cx="1379429" cy="2750974"/>
          </a:xfrm>
          <a:prstGeom prst="chevron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WPS灵秀黑" charset="-122"/>
              <a:ea typeface="WPS灵秀黑" charset="-122"/>
            </a:endParaRPr>
          </a:p>
        </p:txBody>
      </p:sp>
      <p:cxnSp>
        <p:nvCxnSpPr>
          <p:cNvPr id="27" name="形状19"/>
          <p:cNvCxnSpPr/>
          <p:nvPr userDrawn="1">
            <p:custDataLst>
              <p:tags r:id="rId13"/>
            </p:custDataLst>
          </p:nvPr>
        </p:nvCxnSpPr>
        <p:spPr>
          <a:xfrm flipH="1">
            <a:off x="0" y="0"/>
            <a:ext cx="526843" cy="13280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 userDrawn="1">
            <p:ph type="dt" sz="half" idx="16385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4"/>
          <p:cNvSpPr>
            <a:spLocks noGrp="1"/>
          </p:cNvSpPr>
          <p:nvPr userDrawn="1">
            <p:ph type="ftr" sz="quarter" idx="16386"/>
            <p:custDataLst>
              <p:tags r:id="rId15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5"/>
          <p:cNvSpPr>
            <a:spLocks noGrp="1"/>
          </p:cNvSpPr>
          <p:nvPr userDrawn="1">
            <p:ph type="sldNum" sz="quarter" idx="16387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9596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gradFill>
                  <a:gsLst>
                    <a:gs pos="0">
                      <a:schemeClr val="accent1">
                        <a:lumMod val="90000"/>
                        <a:alpha val="50000"/>
                      </a:schemeClr>
                    </a:gs>
                    <a:gs pos="100000">
                      <a:schemeClr val="accent1">
                        <a:lumMod val="90000"/>
                        <a:alpha val="5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20XX YEAR</a:t>
            </a:r>
          </a:p>
        </p:txBody>
      </p:sp>
      <p:sp>
        <p:nvSpPr>
          <p:cNvPr id="6" name="标题 1"/>
          <p:cNvSpPr>
            <a:spLocks noGrp="1"/>
          </p:cNvSpPr>
          <p:nvPr userDrawn="1">
            <p:ph type="ctrTitle" idx="16388" hasCustomPrompt="1"/>
            <p:custDataLst>
              <p:tags r:id="rId18"/>
            </p:custDataLst>
          </p:nvPr>
        </p:nvSpPr>
        <p:spPr>
          <a:xfrm>
            <a:off x="695960" y="2159000"/>
            <a:ext cx="6097905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
添加文档标题</a:t>
            </a:r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6390" hasCustomPrompt="1"/>
            <p:custDataLst>
              <p:tags r:id="rId19"/>
            </p:custDataLst>
          </p:nvPr>
        </p:nvSpPr>
        <p:spPr>
          <a:xfrm>
            <a:off x="695960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BY WPS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-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: 形状 25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90000"/>
                  <a:lumOff val="10000"/>
                </a:schemeClr>
              </a:gs>
              <a:gs pos="0">
                <a:schemeClr val="bg2">
                  <a:alpha val="52000"/>
                  <a:lumMod val="94000"/>
                  <a:lumOff val="6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27" name="平行四边形 26"/>
          <p:cNvSpPr/>
          <p:nvPr userDrawn="1">
            <p:custDataLst>
              <p:tags r:id="rId2"/>
            </p:custDataLst>
          </p:nvPr>
        </p:nvSpPr>
        <p:spPr>
          <a:xfrm>
            <a:off x="5135245" y="0"/>
            <a:ext cx="3860800" cy="6858000"/>
          </a:xfrm>
          <a:prstGeom prst="parallelogram">
            <a:avLst>
              <a:gd name="adj" fmla="val 46903"/>
            </a:avLst>
          </a:prstGeom>
          <a:gradFill flip="none" rotWithShape="1">
            <a:gsLst>
              <a:gs pos="100000">
                <a:schemeClr val="bg2">
                  <a:lumMod val="85000"/>
                  <a:lumOff val="15000"/>
                  <a:alpha val="0"/>
                </a:schemeClr>
              </a:gs>
              <a:gs pos="0">
                <a:schemeClr val="bg2">
                  <a:lumMod val="95000"/>
                  <a:alpha val="99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3"/>
            </p:custDataLst>
          </p:nvPr>
        </p:nvSpPr>
        <p:spPr>
          <a:xfrm>
            <a:off x="8845550" y="0"/>
            <a:ext cx="3346450" cy="6858000"/>
          </a:xfrm>
          <a:custGeom>
            <a:avLst/>
            <a:gdLst>
              <a:gd name="connsiteX0" fmla="*/ 1804545 w 3346566"/>
              <a:gd name="connsiteY0" fmla="*/ 0 h 6857999"/>
              <a:gd name="connsiteX1" fmla="*/ 3346566 w 3346566"/>
              <a:gd name="connsiteY1" fmla="*/ 0 h 6857999"/>
              <a:gd name="connsiteX2" fmla="*/ 3346566 w 3346566"/>
              <a:gd name="connsiteY2" fmla="*/ 6857999 h 6857999"/>
              <a:gd name="connsiteX3" fmla="*/ 0 w 334656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566" h="6857999">
                <a:moveTo>
                  <a:pt x="1804545" y="0"/>
                </a:moveTo>
                <a:lnTo>
                  <a:pt x="3346566" y="0"/>
                </a:lnTo>
                <a:lnTo>
                  <a:pt x="3346566" y="6857999"/>
                </a:lnTo>
                <a:lnTo>
                  <a:pt x="0" y="6857999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85000"/>
                  <a:lumOff val="15000"/>
                  <a:alpha val="78000"/>
                </a:schemeClr>
              </a:gs>
              <a:gs pos="0">
                <a:schemeClr val="bg2">
                  <a:lumMod val="95000"/>
                  <a:alpha val="23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10" name="形状13"/>
          <p:cNvSpPr/>
          <p:nvPr userDrawn="1">
            <p:custDataLst>
              <p:tags r:id="rId4"/>
            </p:custDataLst>
          </p:nvPr>
        </p:nvSpPr>
        <p:spPr>
          <a:xfrm flipH="1" flipV="1">
            <a:off x="496168" y="0"/>
            <a:ext cx="5715945" cy="6857996"/>
          </a:xfrm>
          <a:prstGeom prst="parallelogram">
            <a:avLst>
              <a:gd name="adj" fmla="val 29456"/>
            </a:avLst>
          </a:prstGeom>
          <a:solidFill>
            <a:schemeClr val="accent1">
              <a:alpha val="80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1" name="形状14"/>
          <p:cNvSpPr/>
          <p:nvPr userDrawn="1">
            <p:custDataLst>
              <p:tags r:id="rId5"/>
            </p:custDataLst>
          </p:nvPr>
        </p:nvSpPr>
        <p:spPr>
          <a:xfrm flipH="1" flipV="1">
            <a:off x="248083" y="0"/>
            <a:ext cx="5715945" cy="6858000"/>
          </a:xfrm>
          <a:prstGeom prst="parallelogram">
            <a:avLst>
              <a:gd name="adj" fmla="val 29456"/>
            </a:avLst>
          </a:prstGeom>
          <a:solidFill>
            <a:schemeClr val="accent1">
              <a:alpha val="75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6"/>
            </p:custDataLst>
          </p:nvPr>
        </p:nvSpPr>
        <p:spPr>
          <a:xfrm flipH="1" flipV="1">
            <a:off x="0" y="1"/>
            <a:ext cx="5715945" cy="6857998"/>
          </a:xfrm>
          <a:custGeom>
            <a:avLst/>
            <a:gdLst>
              <a:gd name="connsiteX0" fmla="*/ 4032256 w 5715945"/>
              <a:gd name="connsiteY0" fmla="*/ 6845834 h 6845834"/>
              <a:gd name="connsiteX1" fmla="*/ 0 w 5715945"/>
              <a:gd name="connsiteY1" fmla="*/ 6845834 h 6845834"/>
              <a:gd name="connsiteX2" fmla="*/ 1683689 w 5715945"/>
              <a:gd name="connsiteY2" fmla="*/ 0 h 6845834"/>
              <a:gd name="connsiteX3" fmla="*/ 5715945 w 5715945"/>
              <a:gd name="connsiteY3" fmla="*/ 0 h 684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945" h="6845834">
                <a:moveTo>
                  <a:pt x="4032256" y="6845834"/>
                </a:moveTo>
                <a:lnTo>
                  <a:pt x="0" y="6845834"/>
                </a:lnTo>
                <a:lnTo>
                  <a:pt x="1683689" y="0"/>
                </a:lnTo>
                <a:lnTo>
                  <a:pt x="571594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75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cxnSp>
        <p:nvCxnSpPr>
          <p:cNvPr id="19" name="形状19"/>
          <p:cNvCxnSpPr/>
          <p:nvPr userDrawn="1">
            <p:custDataLst>
              <p:tags r:id="rId7"/>
            </p:custDataLst>
          </p:nvPr>
        </p:nvCxnSpPr>
        <p:spPr>
          <a:xfrm flipH="1">
            <a:off x="0" y="0"/>
            <a:ext cx="473572" cy="16451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6"/>
          <p:cNvSpPr>
            <a:spLocks noGrp="1"/>
          </p:cNvSpPr>
          <p:nvPr>
            <p:ph type="title" idx="17826049" hasCustomPrompt="1"/>
            <p:custDataLst>
              <p:tags r:id="rId11"/>
            </p:custDataLst>
          </p:nvPr>
        </p:nvSpPr>
        <p:spPr>
          <a:xfrm>
            <a:off x="5963285" y="3530600"/>
            <a:ext cx="5212715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</a:p>
        </p:txBody>
      </p:sp>
      <p:sp>
        <p:nvSpPr>
          <p:cNvPr id="12" name="文本占位符 8"/>
          <p:cNvSpPr>
            <a:spLocks noGrp="1"/>
          </p:cNvSpPr>
          <p:nvPr>
            <p:ph type="body" idx="17826561" hasCustomPrompt="1"/>
            <p:custDataLst>
              <p:tags r:id="rId12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-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: 形状 78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solidFill>
            <a:schemeClr val="bg2">
              <a:lumMod val="90000"/>
              <a:lumOff val="1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73" name="平行四边形 72"/>
          <p:cNvSpPr/>
          <p:nvPr userDrawn="1">
            <p:custDataLst>
              <p:tags r:id="rId2"/>
            </p:custDataLst>
          </p:nvPr>
        </p:nvSpPr>
        <p:spPr>
          <a:xfrm>
            <a:off x="5135245" y="0"/>
            <a:ext cx="3860800" cy="6858000"/>
          </a:xfrm>
          <a:prstGeom prst="parallelogram">
            <a:avLst>
              <a:gd name="adj" fmla="val 46903"/>
            </a:avLst>
          </a:prstGeom>
          <a:gradFill flip="none" rotWithShape="1">
            <a:gsLst>
              <a:gs pos="100000">
                <a:schemeClr val="bg2">
                  <a:lumMod val="90000"/>
                  <a:lumOff val="10000"/>
                </a:schemeClr>
              </a:gs>
              <a:gs pos="0">
                <a:schemeClr val="bg2">
                  <a:lumMod val="78000"/>
                  <a:alpha val="52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3"/>
            </p:custDataLst>
          </p:nvPr>
        </p:nvSpPr>
        <p:spPr>
          <a:xfrm>
            <a:off x="8845550" y="0"/>
            <a:ext cx="3346450" cy="6858000"/>
          </a:xfrm>
          <a:custGeom>
            <a:avLst/>
            <a:gdLst>
              <a:gd name="connsiteX0" fmla="*/ 1804545 w 3346566"/>
              <a:gd name="connsiteY0" fmla="*/ 0 h 6857999"/>
              <a:gd name="connsiteX1" fmla="*/ 3346566 w 3346566"/>
              <a:gd name="connsiteY1" fmla="*/ 0 h 6857999"/>
              <a:gd name="connsiteX2" fmla="*/ 3346566 w 3346566"/>
              <a:gd name="connsiteY2" fmla="*/ 6857999 h 6857999"/>
              <a:gd name="connsiteX3" fmla="*/ 0 w 334656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566" h="6857999">
                <a:moveTo>
                  <a:pt x="1804545" y="0"/>
                </a:moveTo>
                <a:lnTo>
                  <a:pt x="3346566" y="0"/>
                </a:lnTo>
                <a:lnTo>
                  <a:pt x="334656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95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4"/>
            </p:custDataLst>
          </p:nvPr>
        </p:nvSpPr>
        <p:spPr>
          <a:xfrm rot="5400000">
            <a:off x="-322573" y="322574"/>
            <a:ext cx="1002670" cy="357523"/>
          </a:xfrm>
          <a:custGeom>
            <a:avLst/>
            <a:gdLst>
              <a:gd name="connsiteX0" fmla="*/ 0 w 1002670"/>
              <a:gd name="connsiteY0" fmla="*/ 357523 h 357523"/>
              <a:gd name="connsiteX1" fmla="*/ 0 w 1002670"/>
              <a:gd name="connsiteY1" fmla="*/ 0 h 357523"/>
              <a:gd name="connsiteX2" fmla="*/ 1002670 w 1002670"/>
              <a:gd name="connsiteY2" fmla="*/ 357523 h 35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2670" h="357523">
                <a:moveTo>
                  <a:pt x="0" y="357523"/>
                </a:moveTo>
                <a:lnTo>
                  <a:pt x="0" y="0"/>
                </a:lnTo>
                <a:lnTo>
                  <a:pt x="1002670" y="3575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5"/>
            </p:custDataLst>
          </p:nvPr>
        </p:nvSpPr>
        <p:spPr>
          <a:xfrm rot="5400000">
            <a:off x="-259353" y="261258"/>
            <a:ext cx="806158" cy="287452"/>
          </a:xfrm>
          <a:custGeom>
            <a:avLst/>
            <a:gdLst>
              <a:gd name="connsiteX0" fmla="*/ 0 w 806158"/>
              <a:gd name="connsiteY0" fmla="*/ 287452 h 287452"/>
              <a:gd name="connsiteX1" fmla="*/ 0 w 806158"/>
              <a:gd name="connsiteY1" fmla="*/ 0 h 287452"/>
              <a:gd name="connsiteX2" fmla="*/ 806158 w 806158"/>
              <a:gd name="connsiteY2" fmla="*/ 287452 h 287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6158" h="287452">
                <a:moveTo>
                  <a:pt x="0" y="287452"/>
                </a:moveTo>
                <a:lnTo>
                  <a:pt x="0" y="0"/>
                </a:lnTo>
                <a:lnTo>
                  <a:pt x="806158" y="2874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cxnSp>
        <p:nvCxnSpPr>
          <p:cNvPr id="40" name="形状15"/>
          <p:cNvCxnSpPr/>
          <p:nvPr userDrawn="1">
            <p:custDataLst>
              <p:tags r:id="rId6"/>
            </p:custDataLst>
          </p:nvPr>
        </p:nvCxnSpPr>
        <p:spPr>
          <a:xfrm flipH="1">
            <a:off x="11113294" y="2544251"/>
            <a:ext cx="1075337" cy="431374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形状17"/>
          <p:cNvSpPr/>
          <p:nvPr userDrawn="1">
            <p:custDataLst>
              <p:tags r:id="rId7"/>
            </p:custDataLst>
          </p:nvPr>
        </p:nvSpPr>
        <p:spPr>
          <a:xfrm rot="5400000" flipH="1" flipV="1">
            <a:off x="11688767" y="6354767"/>
            <a:ext cx="836613" cy="169853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8"/>
            </p:custDataLst>
          </p:nvPr>
        </p:nvSpPr>
        <p:spPr>
          <a:xfrm>
            <a:off x="6159677" y="2"/>
            <a:ext cx="5850391" cy="6857999"/>
          </a:xfrm>
          <a:custGeom>
            <a:avLst/>
            <a:gdLst>
              <a:gd name="connsiteX0" fmla="*/ 1686680 w 5850391"/>
              <a:gd name="connsiteY0" fmla="*/ 0 h 6857999"/>
              <a:gd name="connsiteX1" fmla="*/ 5850391 w 5850391"/>
              <a:gd name="connsiteY1" fmla="*/ 0 h 6857999"/>
              <a:gd name="connsiteX2" fmla="*/ 4163710 w 5850391"/>
              <a:gd name="connsiteY2" fmla="*/ 6857999 h 6857999"/>
              <a:gd name="connsiteX3" fmla="*/ 0 w 5850391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0391" h="6857999">
                <a:moveTo>
                  <a:pt x="1686680" y="0"/>
                </a:moveTo>
                <a:lnTo>
                  <a:pt x="5850391" y="0"/>
                </a:lnTo>
                <a:lnTo>
                  <a:pt x="416371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9"/>
            </p:custDataLst>
          </p:nvPr>
        </p:nvSpPr>
        <p:spPr>
          <a:xfrm>
            <a:off x="6415848" y="2"/>
            <a:ext cx="5776152" cy="6857999"/>
          </a:xfrm>
          <a:custGeom>
            <a:avLst/>
            <a:gdLst>
              <a:gd name="connsiteX0" fmla="*/ 1686681 w 5776152"/>
              <a:gd name="connsiteY0" fmla="*/ 0 h 6857999"/>
              <a:gd name="connsiteX1" fmla="*/ 5776152 w 5776152"/>
              <a:gd name="connsiteY1" fmla="*/ 0 h 6857999"/>
              <a:gd name="connsiteX2" fmla="*/ 5776152 w 5776152"/>
              <a:gd name="connsiteY2" fmla="*/ 301857 h 6857999"/>
              <a:gd name="connsiteX3" fmla="*/ 4163711 w 5776152"/>
              <a:gd name="connsiteY3" fmla="*/ 6857999 h 6857999"/>
              <a:gd name="connsiteX4" fmla="*/ 0 w 5776152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152" h="6857999">
                <a:moveTo>
                  <a:pt x="1686681" y="0"/>
                </a:moveTo>
                <a:lnTo>
                  <a:pt x="5776152" y="0"/>
                </a:lnTo>
                <a:lnTo>
                  <a:pt x="5776152" y="301857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0"/>
            </p:custDataLst>
          </p:nvPr>
        </p:nvSpPr>
        <p:spPr>
          <a:xfrm>
            <a:off x="6672020" y="2"/>
            <a:ext cx="5519980" cy="6857999"/>
          </a:xfrm>
          <a:custGeom>
            <a:avLst/>
            <a:gdLst>
              <a:gd name="connsiteX0" fmla="*/ 1686681 w 5519980"/>
              <a:gd name="connsiteY0" fmla="*/ 0 h 6857999"/>
              <a:gd name="connsiteX1" fmla="*/ 5519980 w 5519980"/>
              <a:gd name="connsiteY1" fmla="*/ 0 h 6857999"/>
              <a:gd name="connsiteX2" fmla="*/ 5519980 w 5519980"/>
              <a:gd name="connsiteY2" fmla="*/ 1343446 h 6857999"/>
              <a:gd name="connsiteX3" fmla="*/ 4163711 w 5519980"/>
              <a:gd name="connsiteY3" fmla="*/ 6857999 h 6857999"/>
              <a:gd name="connsiteX4" fmla="*/ 0 w 551998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9980" h="6857999">
                <a:moveTo>
                  <a:pt x="1686681" y="0"/>
                </a:moveTo>
                <a:lnTo>
                  <a:pt x="5519980" y="0"/>
                </a:lnTo>
                <a:lnTo>
                  <a:pt x="5519980" y="1343446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75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5" name="形状23"/>
          <p:cNvSpPr/>
          <p:nvPr userDrawn="1">
            <p:custDataLst>
              <p:tags r:id="rId11"/>
            </p:custDataLst>
          </p:nvPr>
        </p:nvSpPr>
        <p:spPr>
          <a:xfrm>
            <a:off x="8034794" y="2274072"/>
            <a:ext cx="1379429" cy="2750974"/>
          </a:xfrm>
          <a:prstGeom prst="chevron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形状24"/>
          <p:cNvSpPr/>
          <p:nvPr userDrawn="1">
            <p:custDataLst>
              <p:tags r:id="rId12"/>
            </p:custDataLst>
          </p:nvPr>
        </p:nvSpPr>
        <p:spPr>
          <a:xfrm>
            <a:off x="9608358" y="2274072"/>
            <a:ext cx="1379429" cy="2750974"/>
          </a:xfrm>
          <a:prstGeom prst="chevron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7" name="形状19"/>
          <p:cNvCxnSpPr/>
          <p:nvPr userDrawn="1">
            <p:custDataLst>
              <p:tags r:id="rId13"/>
            </p:custDataLst>
          </p:nvPr>
        </p:nvCxnSpPr>
        <p:spPr>
          <a:xfrm flipH="1">
            <a:off x="0" y="0"/>
            <a:ext cx="526843" cy="13280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副标题 2"/>
          <p:cNvSpPr>
            <a:spLocks noGrp="1"/>
          </p:cNvSpPr>
          <p:nvPr>
            <p:ph type="body" idx="17826305" hasCustomPrompt="1"/>
            <p:custDataLst>
              <p:tags r:id="rId17"/>
            </p:custDataLst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gradFill>
                  <a:gsLst>
                    <a:gs pos="0">
                      <a:schemeClr val="accent1">
                        <a:lumMod val="90000"/>
                        <a:alpha val="50000"/>
                      </a:schemeClr>
                    </a:gs>
                    <a:gs pos="100000">
                      <a:schemeClr val="accent1">
                        <a:lumMod val="90000"/>
                        <a:alpha val="5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1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谢谢观看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6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7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8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9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0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1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2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3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4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5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6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7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: 形状 25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90000"/>
                  <a:lumOff val="10000"/>
                </a:schemeClr>
              </a:gs>
              <a:gs pos="0">
                <a:schemeClr val="bg2">
                  <a:alpha val="52000"/>
                  <a:lumMod val="94000"/>
                  <a:lumOff val="6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WPS灵秀黑" charset="-122"/>
              <a:ea typeface="WPS灵秀黑" charset="-122"/>
              <a:sym typeface="+mn-ea"/>
            </a:endParaRPr>
          </a:p>
        </p:txBody>
      </p:sp>
      <p:sp>
        <p:nvSpPr>
          <p:cNvPr id="27" name="平行四边形 26"/>
          <p:cNvSpPr/>
          <p:nvPr userDrawn="1">
            <p:custDataLst>
              <p:tags r:id="rId2"/>
            </p:custDataLst>
          </p:nvPr>
        </p:nvSpPr>
        <p:spPr>
          <a:xfrm>
            <a:off x="5135245" y="0"/>
            <a:ext cx="3860800" cy="6858000"/>
          </a:xfrm>
          <a:prstGeom prst="parallelogram">
            <a:avLst>
              <a:gd name="adj" fmla="val 46903"/>
            </a:avLst>
          </a:prstGeom>
          <a:gradFill flip="none" rotWithShape="1">
            <a:gsLst>
              <a:gs pos="100000">
                <a:schemeClr val="bg2">
                  <a:lumMod val="85000"/>
                  <a:lumOff val="15000"/>
                  <a:alpha val="0"/>
                </a:schemeClr>
              </a:gs>
              <a:gs pos="0">
                <a:schemeClr val="bg2">
                  <a:lumMod val="95000"/>
                  <a:alpha val="99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WPS灵秀黑" charset="-122"/>
              <a:ea typeface="WPS灵秀黑" charset="-122"/>
              <a:sym typeface="+mn-ea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3"/>
            </p:custDataLst>
          </p:nvPr>
        </p:nvSpPr>
        <p:spPr>
          <a:xfrm>
            <a:off x="8845550" y="0"/>
            <a:ext cx="3346450" cy="6858000"/>
          </a:xfrm>
          <a:custGeom>
            <a:avLst/>
            <a:gdLst>
              <a:gd name="connsiteX0" fmla="*/ 1804545 w 3346566"/>
              <a:gd name="connsiteY0" fmla="*/ 0 h 6857999"/>
              <a:gd name="connsiteX1" fmla="*/ 3346566 w 3346566"/>
              <a:gd name="connsiteY1" fmla="*/ 0 h 6857999"/>
              <a:gd name="connsiteX2" fmla="*/ 3346566 w 3346566"/>
              <a:gd name="connsiteY2" fmla="*/ 6857999 h 6857999"/>
              <a:gd name="connsiteX3" fmla="*/ 0 w 334656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566" h="6857999">
                <a:moveTo>
                  <a:pt x="1804545" y="0"/>
                </a:moveTo>
                <a:lnTo>
                  <a:pt x="3346566" y="0"/>
                </a:lnTo>
                <a:lnTo>
                  <a:pt x="3346566" y="6857999"/>
                </a:lnTo>
                <a:lnTo>
                  <a:pt x="0" y="6857999"/>
                </a:ln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85000"/>
                  <a:lumOff val="15000"/>
                  <a:alpha val="78000"/>
                </a:schemeClr>
              </a:gs>
              <a:gs pos="0">
                <a:schemeClr val="bg2">
                  <a:lumMod val="95000"/>
                  <a:alpha val="23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WPS灵秀黑" charset="-122"/>
              <a:ea typeface="WPS灵秀黑" charset="-122"/>
              <a:sym typeface="+mn-ea"/>
            </a:endParaRPr>
          </a:p>
        </p:txBody>
      </p:sp>
      <p:sp>
        <p:nvSpPr>
          <p:cNvPr id="10" name="形状13"/>
          <p:cNvSpPr/>
          <p:nvPr userDrawn="1">
            <p:custDataLst>
              <p:tags r:id="rId4"/>
            </p:custDataLst>
          </p:nvPr>
        </p:nvSpPr>
        <p:spPr>
          <a:xfrm flipH="1" flipV="1">
            <a:off x="496168" y="0"/>
            <a:ext cx="5715945" cy="6857996"/>
          </a:xfrm>
          <a:prstGeom prst="parallelogram">
            <a:avLst>
              <a:gd name="adj" fmla="val 29456"/>
            </a:avLst>
          </a:prstGeom>
          <a:solidFill>
            <a:schemeClr val="accent1">
              <a:alpha val="80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1" name="形状14"/>
          <p:cNvSpPr/>
          <p:nvPr userDrawn="1">
            <p:custDataLst>
              <p:tags r:id="rId5"/>
            </p:custDataLst>
          </p:nvPr>
        </p:nvSpPr>
        <p:spPr>
          <a:xfrm flipH="1" flipV="1">
            <a:off x="248083" y="0"/>
            <a:ext cx="5715945" cy="6858000"/>
          </a:xfrm>
          <a:prstGeom prst="parallelogram">
            <a:avLst>
              <a:gd name="adj" fmla="val 29456"/>
            </a:avLst>
          </a:prstGeom>
          <a:solidFill>
            <a:schemeClr val="accent1">
              <a:alpha val="75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6"/>
            </p:custDataLst>
          </p:nvPr>
        </p:nvSpPr>
        <p:spPr>
          <a:xfrm flipH="1" flipV="1">
            <a:off x="0" y="1"/>
            <a:ext cx="5715945" cy="6857998"/>
          </a:xfrm>
          <a:custGeom>
            <a:avLst/>
            <a:gdLst>
              <a:gd name="connsiteX0" fmla="*/ 4032256 w 5715945"/>
              <a:gd name="connsiteY0" fmla="*/ 6845834 h 6845834"/>
              <a:gd name="connsiteX1" fmla="*/ 0 w 5715945"/>
              <a:gd name="connsiteY1" fmla="*/ 6845834 h 6845834"/>
              <a:gd name="connsiteX2" fmla="*/ 1683689 w 5715945"/>
              <a:gd name="connsiteY2" fmla="*/ 0 h 6845834"/>
              <a:gd name="connsiteX3" fmla="*/ 5715945 w 5715945"/>
              <a:gd name="connsiteY3" fmla="*/ 0 h 684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945" h="6845834">
                <a:moveTo>
                  <a:pt x="4032256" y="6845834"/>
                </a:moveTo>
                <a:lnTo>
                  <a:pt x="0" y="6845834"/>
                </a:lnTo>
                <a:lnTo>
                  <a:pt x="1683689" y="0"/>
                </a:lnTo>
                <a:lnTo>
                  <a:pt x="571594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75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cxnSp>
        <p:nvCxnSpPr>
          <p:cNvPr id="19" name="形状19"/>
          <p:cNvCxnSpPr/>
          <p:nvPr userDrawn="1">
            <p:custDataLst>
              <p:tags r:id="rId7"/>
            </p:custDataLst>
          </p:nvPr>
        </p:nvCxnSpPr>
        <p:spPr>
          <a:xfrm flipH="1">
            <a:off x="0" y="0"/>
            <a:ext cx="473572" cy="16451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日期占位符 4"/>
          <p:cNvSpPr>
            <a:spLocks noGrp="1"/>
          </p:cNvSpPr>
          <p:nvPr>
            <p:ph type="dt" sz="half" idx="16385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6386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6387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标题 6"/>
          <p:cNvSpPr>
            <a:spLocks noGrp="1"/>
          </p:cNvSpPr>
          <p:nvPr>
            <p:ph type="title" idx="16388" hasCustomPrompt="1"/>
            <p:custDataLst>
              <p:tags r:id="rId11"/>
            </p:custDataLst>
          </p:nvPr>
        </p:nvSpPr>
        <p:spPr>
          <a:xfrm>
            <a:off x="5963285" y="3530600"/>
            <a:ext cx="5212715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单击此处添加章节标题</a:t>
            </a:r>
          </a:p>
        </p:txBody>
      </p:sp>
      <p:sp>
        <p:nvSpPr>
          <p:cNvPr id="12" name="文本占位符 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01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颜色错位-并列-32_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10160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1371600" y="22225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895600" y="20447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895600" y="2603500"/>
            <a:ext cx="828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10160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1371600" y="47371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2895600" y="45593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2895600" y="5118100"/>
            <a:ext cx="828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5"/>
            </p:custDataLst>
          </p:nvPr>
        </p:nvSpPr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489200" y="2108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489200" y="2616200"/>
            <a:ext cx="909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2489200" y="42418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489200" y="4749800"/>
            <a:ext cx="909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066800" y="21082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066800" y="26670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1066800" y="41910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1066800" y="47498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8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22300" y="21844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01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387600" y="2235200"/>
            <a:ext cx="919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387600" y="2794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22300" y="43180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02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2387600" y="4368800"/>
            <a:ext cx="919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387600" y="49276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4008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4008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1910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343400" y="1676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343400" y="2184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41910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43400" y="34036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43400" y="39116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41910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43434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43434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09600" y="2336800"/>
            <a:ext cx="10972800" cy="3098800"/>
          </a:xfrm>
          <a:custGeom>
            <a:avLst/>
            <a:gdLst>
              <a:gd name="connisteX0" fmla="*/ 0 w 10972800"/>
              <a:gd name="connsiteY0" fmla="*/ 203200 h 3098800"/>
              <a:gd name="connisteX1" fmla="*/ 203200 w 10972800"/>
              <a:gd name="connsiteY1" fmla="*/ 0 h 3098800"/>
              <a:gd name="connisteX2" fmla="*/ 10769600 w 10972800"/>
              <a:gd name="connsiteY2" fmla="*/ 0 h 3098800"/>
              <a:gd name="connisteX3" fmla="*/ 10972800 w 10972800"/>
              <a:gd name="connsiteY3" fmla="*/ 203200 h 3098800"/>
              <a:gd name="connisteX4" fmla="*/ 10972800 w 10972800"/>
              <a:gd name="connsiteY4" fmla="*/ 2895600 h 3098800"/>
              <a:gd name="connisteX5" fmla="*/ 10769600 w 10972800"/>
              <a:gd name="connsiteY5" fmla="*/ 3098800 h 3098800"/>
              <a:gd name="connisteX6" fmla="*/ 203200 w 10972800"/>
              <a:gd name="connsiteY6" fmla="*/ 3098800 h 3098800"/>
              <a:gd name="connisteX7" fmla="*/ 0 w 10972800"/>
              <a:gd name="connsiteY7" fmla="*/ 2895600 h 3098800"/>
              <a:gd name="connisteX8" fmla="*/ 0 w 109728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95600"/>
                </a:lnTo>
                <a:cubicBezTo>
                  <a:pt x="10972800" y="3007824"/>
                  <a:pt x="10881824" y="3098800"/>
                  <a:pt x="107696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914400" y="3302000"/>
            <a:ext cx="1036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914400" y="3860800"/>
            <a:ext cx="1036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12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609600" y="1524000"/>
            <a:ext cx="8432800" cy="2209800"/>
          </a:xfrm>
          <a:custGeom>
            <a:avLst/>
            <a:gdLst>
              <a:gd name="connisteX0" fmla="*/ 0 w 8432800"/>
              <a:gd name="connsiteY0" fmla="*/ 203200 h 2209800"/>
              <a:gd name="connisteX1" fmla="*/ 203200 w 8432800"/>
              <a:gd name="connsiteY1" fmla="*/ 0 h 2209800"/>
              <a:gd name="connisteX2" fmla="*/ 8432800 w 8432800"/>
              <a:gd name="connsiteY2" fmla="*/ 0 h 2209800"/>
              <a:gd name="connisteX3" fmla="*/ 8432800 w 8432800"/>
              <a:gd name="connsiteY3" fmla="*/ 2209800 h 2209800"/>
              <a:gd name="connisteX4" fmla="*/ 203200 w 8432800"/>
              <a:gd name="connsiteY4" fmla="*/ 2209800 h 2209800"/>
              <a:gd name="connisteX5" fmla="*/ 0 w 8432800"/>
              <a:gd name="connsiteY5" fmla="*/ 2006600 h 2209800"/>
              <a:gd name="connisteX6" fmla="*/ 0 w 8432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1892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4511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454400" y="44069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454400" y="49657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2794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3302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62000" y="4826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62000" y="5334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: 形状 78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solidFill>
            <a:schemeClr val="bg2">
              <a:lumMod val="90000"/>
              <a:lumOff val="1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WPS灵秀黑" charset="-122"/>
              <a:ea typeface="WPS灵秀黑" charset="-122"/>
              <a:sym typeface="+mn-ea"/>
            </a:endParaRPr>
          </a:p>
        </p:txBody>
      </p:sp>
      <p:sp>
        <p:nvSpPr>
          <p:cNvPr id="73" name="平行四边形 72"/>
          <p:cNvSpPr/>
          <p:nvPr userDrawn="1">
            <p:custDataLst>
              <p:tags r:id="rId2"/>
            </p:custDataLst>
          </p:nvPr>
        </p:nvSpPr>
        <p:spPr>
          <a:xfrm>
            <a:off x="5135245" y="0"/>
            <a:ext cx="3860800" cy="6858000"/>
          </a:xfrm>
          <a:prstGeom prst="parallelogram">
            <a:avLst>
              <a:gd name="adj" fmla="val 46903"/>
            </a:avLst>
          </a:prstGeom>
          <a:gradFill flip="none" rotWithShape="1">
            <a:gsLst>
              <a:gs pos="100000">
                <a:schemeClr val="bg2">
                  <a:lumMod val="90000"/>
                  <a:lumOff val="10000"/>
                </a:schemeClr>
              </a:gs>
              <a:gs pos="0">
                <a:schemeClr val="bg2">
                  <a:lumMod val="78000"/>
                  <a:alpha val="52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3"/>
            </p:custDataLst>
          </p:nvPr>
        </p:nvSpPr>
        <p:spPr>
          <a:xfrm>
            <a:off x="8845550" y="0"/>
            <a:ext cx="3346450" cy="6858000"/>
          </a:xfrm>
          <a:custGeom>
            <a:avLst/>
            <a:gdLst>
              <a:gd name="connsiteX0" fmla="*/ 1804545 w 3346566"/>
              <a:gd name="connsiteY0" fmla="*/ 0 h 6857999"/>
              <a:gd name="connsiteX1" fmla="*/ 3346566 w 3346566"/>
              <a:gd name="connsiteY1" fmla="*/ 0 h 6857999"/>
              <a:gd name="connsiteX2" fmla="*/ 3346566 w 3346566"/>
              <a:gd name="connsiteY2" fmla="*/ 6857999 h 6857999"/>
              <a:gd name="connsiteX3" fmla="*/ 0 w 334656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6566" h="6857999">
                <a:moveTo>
                  <a:pt x="1804545" y="0"/>
                </a:moveTo>
                <a:lnTo>
                  <a:pt x="3346566" y="0"/>
                </a:lnTo>
                <a:lnTo>
                  <a:pt x="334656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95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4"/>
            </p:custDataLst>
          </p:nvPr>
        </p:nvSpPr>
        <p:spPr>
          <a:xfrm rot="5400000">
            <a:off x="-322573" y="322574"/>
            <a:ext cx="1002670" cy="357523"/>
          </a:xfrm>
          <a:custGeom>
            <a:avLst/>
            <a:gdLst>
              <a:gd name="connsiteX0" fmla="*/ 0 w 1002670"/>
              <a:gd name="connsiteY0" fmla="*/ 357523 h 357523"/>
              <a:gd name="connsiteX1" fmla="*/ 0 w 1002670"/>
              <a:gd name="connsiteY1" fmla="*/ 0 h 357523"/>
              <a:gd name="connsiteX2" fmla="*/ 1002670 w 1002670"/>
              <a:gd name="connsiteY2" fmla="*/ 357523 h 35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2670" h="357523">
                <a:moveTo>
                  <a:pt x="0" y="357523"/>
                </a:moveTo>
                <a:lnTo>
                  <a:pt x="0" y="0"/>
                </a:lnTo>
                <a:lnTo>
                  <a:pt x="1002670" y="3575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PS灵秀黑" charset="-122"/>
              <a:ea typeface="WPS灵秀黑" charset="-122"/>
              <a:cs typeface="+mn-ea"/>
              <a:sym typeface="+mn-lt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5"/>
            </p:custDataLst>
          </p:nvPr>
        </p:nvSpPr>
        <p:spPr>
          <a:xfrm rot="5400000">
            <a:off x="-259353" y="261258"/>
            <a:ext cx="806158" cy="287452"/>
          </a:xfrm>
          <a:custGeom>
            <a:avLst/>
            <a:gdLst>
              <a:gd name="connsiteX0" fmla="*/ 0 w 806158"/>
              <a:gd name="connsiteY0" fmla="*/ 287452 h 287452"/>
              <a:gd name="connsiteX1" fmla="*/ 0 w 806158"/>
              <a:gd name="connsiteY1" fmla="*/ 0 h 287452"/>
              <a:gd name="connsiteX2" fmla="*/ 806158 w 806158"/>
              <a:gd name="connsiteY2" fmla="*/ 287452 h 287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6158" h="287452">
                <a:moveTo>
                  <a:pt x="0" y="287452"/>
                </a:moveTo>
                <a:lnTo>
                  <a:pt x="0" y="0"/>
                </a:lnTo>
                <a:lnTo>
                  <a:pt x="806158" y="2874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PS灵秀黑" charset="-122"/>
              <a:ea typeface="WPS灵秀黑" charset="-122"/>
              <a:cs typeface="+mn-ea"/>
              <a:sym typeface="+mn-lt"/>
            </a:endParaRPr>
          </a:p>
        </p:txBody>
      </p:sp>
      <p:cxnSp>
        <p:nvCxnSpPr>
          <p:cNvPr id="40" name="形状15"/>
          <p:cNvCxnSpPr/>
          <p:nvPr userDrawn="1">
            <p:custDataLst>
              <p:tags r:id="rId6"/>
            </p:custDataLst>
          </p:nvPr>
        </p:nvCxnSpPr>
        <p:spPr>
          <a:xfrm flipH="1">
            <a:off x="11113294" y="2544251"/>
            <a:ext cx="1075337" cy="431374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形状17"/>
          <p:cNvSpPr/>
          <p:nvPr userDrawn="1">
            <p:custDataLst>
              <p:tags r:id="rId7"/>
            </p:custDataLst>
          </p:nvPr>
        </p:nvSpPr>
        <p:spPr>
          <a:xfrm rot="5400000" flipH="1" flipV="1">
            <a:off x="11688767" y="6354767"/>
            <a:ext cx="836613" cy="169853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PS灵秀黑" charset="-122"/>
              <a:ea typeface="WPS灵秀黑" charset="-122"/>
              <a:cs typeface="+mn-ea"/>
              <a:sym typeface="+mn-lt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8"/>
            </p:custDataLst>
          </p:nvPr>
        </p:nvSpPr>
        <p:spPr>
          <a:xfrm>
            <a:off x="6159677" y="2"/>
            <a:ext cx="5850391" cy="6857999"/>
          </a:xfrm>
          <a:custGeom>
            <a:avLst/>
            <a:gdLst>
              <a:gd name="connsiteX0" fmla="*/ 1686680 w 5850391"/>
              <a:gd name="connsiteY0" fmla="*/ 0 h 6857999"/>
              <a:gd name="connsiteX1" fmla="*/ 5850391 w 5850391"/>
              <a:gd name="connsiteY1" fmla="*/ 0 h 6857999"/>
              <a:gd name="connsiteX2" fmla="*/ 4163710 w 5850391"/>
              <a:gd name="connsiteY2" fmla="*/ 6857999 h 6857999"/>
              <a:gd name="connsiteX3" fmla="*/ 0 w 5850391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0391" h="6857999">
                <a:moveTo>
                  <a:pt x="1686680" y="0"/>
                </a:moveTo>
                <a:lnTo>
                  <a:pt x="5850391" y="0"/>
                </a:lnTo>
                <a:lnTo>
                  <a:pt x="416371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9"/>
            </p:custDataLst>
          </p:nvPr>
        </p:nvSpPr>
        <p:spPr>
          <a:xfrm>
            <a:off x="6415848" y="2"/>
            <a:ext cx="5776152" cy="6857999"/>
          </a:xfrm>
          <a:custGeom>
            <a:avLst/>
            <a:gdLst>
              <a:gd name="connsiteX0" fmla="*/ 1686681 w 5776152"/>
              <a:gd name="connsiteY0" fmla="*/ 0 h 6857999"/>
              <a:gd name="connsiteX1" fmla="*/ 5776152 w 5776152"/>
              <a:gd name="connsiteY1" fmla="*/ 0 h 6857999"/>
              <a:gd name="connsiteX2" fmla="*/ 5776152 w 5776152"/>
              <a:gd name="connsiteY2" fmla="*/ 301857 h 6857999"/>
              <a:gd name="connsiteX3" fmla="*/ 4163711 w 5776152"/>
              <a:gd name="connsiteY3" fmla="*/ 6857999 h 6857999"/>
              <a:gd name="connsiteX4" fmla="*/ 0 w 5776152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6152" h="6857999">
                <a:moveTo>
                  <a:pt x="1686681" y="0"/>
                </a:moveTo>
                <a:lnTo>
                  <a:pt x="5776152" y="0"/>
                </a:lnTo>
                <a:lnTo>
                  <a:pt x="5776152" y="301857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75000"/>
            </a:scheme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0"/>
            </p:custDataLst>
          </p:nvPr>
        </p:nvSpPr>
        <p:spPr>
          <a:xfrm>
            <a:off x="6672020" y="2"/>
            <a:ext cx="5519980" cy="6857999"/>
          </a:xfrm>
          <a:custGeom>
            <a:avLst/>
            <a:gdLst>
              <a:gd name="connsiteX0" fmla="*/ 1686681 w 5519980"/>
              <a:gd name="connsiteY0" fmla="*/ 0 h 6857999"/>
              <a:gd name="connsiteX1" fmla="*/ 5519980 w 5519980"/>
              <a:gd name="connsiteY1" fmla="*/ 0 h 6857999"/>
              <a:gd name="connsiteX2" fmla="*/ 5519980 w 5519980"/>
              <a:gd name="connsiteY2" fmla="*/ 1343446 h 6857999"/>
              <a:gd name="connsiteX3" fmla="*/ 4163711 w 5519980"/>
              <a:gd name="connsiteY3" fmla="*/ 6857999 h 6857999"/>
              <a:gd name="connsiteX4" fmla="*/ 0 w 551998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9980" h="6857999">
                <a:moveTo>
                  <a:pt x="1686681" y="0"/>
                </a:moveTo>
                <a:lnTo>
                  <a:pt x="5519980" y="0"/>
                </a:lnTo>
                <a:lnTo>
                  <a:pt x="5519980" y="1343446"/>
                </a:lnTo>
                <a:lnTo>
                  <a:pt x="4163711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alpha val="75000"/>
                </a:schemeClr>
              </a:gs>
              <a:gs pos="100000">
                <a:schemeClr val="accent1">
                  <a:lumMod val="90000"/>
                  <a:alpha val="75000"/>
                </a:schemeClr>
              </a:gs>
            </a:gsLst>
            <a:lin ang="540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45" name="形状23"/>
          <p:cNvSpPr/>
          <p:nvPr userDrawn="1">
            <p:custDataLst>
              <p:tags r:id="rId11"/>
            </p:custDataLst>
          </p:nvPr>
        </p:nvSpPr>
        <p:spPr>
          <a:xfrm>
            <a:off x="8034794" y="2274072"/>
            <a:ext cx="1379429" cy="2750974"/>
          </a:xfrm>
          <a:prstGeom prst="chevron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WPS灵秀黑" charset="-122"/>
              <a:ea typeface="WPS灵秀黑" charset="-122"/>
            </a:endParaRPr>
          </a:p>
        </p:txBody>
      </p:sp>
      <p:sp>
        <p:nvSpPr>
          <p:cNvPr id="46" name="形状24"/>
          <p:cNvSpPr/>
          <p:nvPr userDrawn="1">
            <p:custDataLst>
              <p:tags r:id="rId12"/>
            </p:custDataLst>
          </p:nvPr>
        </p:nvSpPr>
        <p:spPr>
          <a:xfrm>
            <a:off x="9608358" y="2274072"/>
            <a:ext cx="1379429" cy="2750974"/>
          </a:xfrm>
          <a:prstGeom prst="chevron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WPS灵秀黑" charset="-122"/>
              <a:ea typeface="WPS灵秀黑" charset="-122"/>
            </a:endParaRPr>
          </a:p>
        </p:txBody>
      </p:sp>
      <p:cxnSp>
        <p:nvCxnSpPr>
          <p:cNvPr id="47" name="形状19"/>
          <p:cNvCxnSpPr/>
          <p:nvPr userDrawn="1">
            <p:custDataLst>
              <p:tags r:id="rId13"/>
            </p:custDataLst>
          </p:nvPr>
        </p:nvCxnSpPr>
        <p:spPr>
          <a:xfrm flipH="1">
            <a:off x="0" y="0"/>
            <a:ext cx="526843" cy="132801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7" name="副标题 2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gradFill>
                  <a:gsLst>
                    <a:gs pos="0">
                      <a:schemeClr val="accent1">
                        <a:lumMod val="90000"/>
                        <a:alpha val="50000"/>
                      </a:schemeClr>
                    </a:gs>
                    <a:gs pos="100000">
                      <a:schemeClr val="accent1">
                        <a:lumMod val="90000"/>
                        <a:alpha val="50000"/>
                      </a:schemeClr>
                    </a:gs>
                  </a:gsLst>
                  <a:lin ang="5400000" scaled="0"/>
                </a:gra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>
                <a:latin typeface="WPS灵秀黑" charset="-122"/>
                <a:ea typeface="WPS灵秀黑" charset="-122"/>
              </a:rPr>
              <a:t>THE END</a:t>
            </a: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1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>
                <a:latin typeface="WPS灵秀黑" charset="-122"/>
                <a:ea typeface="WPS灵秀黑" charset="-122"/>
              </a:rPr>
              <a:t>谢谢观看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3.xml"/><Relationship Id="rId39" Type="http://schemas.openxmlformats.org/officeDocument/2006/relationships/tags" Target="../tags/tag16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1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33" Type="http://schemas.openxmlformats.org/officeDocument/2006/relationships/tags" Target="../tags/tag10.xml"/><Relationship Id="rId38" Type="http://schemas.openxmlformats.org/officeDocument/2006/relationships/tags" Target="../tags/tag1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32" Type="http://schemas.openxmlformats.org/officeDocument/2006/relationships/tags" Target="../tags/tag9.xml"/><Relationship Id="rId37" Type="http://schemas.openxmlformats.org/officeDocument/2006/relationships/tags" Target="../tags/tag1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5.xml"/><Relationship Id="rId36" Type="http://schemas.openxmlformats.org/officeDocument/2006/relationships/tags" Target="../tags/tag1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4.xml"/><Relationship Id="rId30" Type="http://schemas.openxmlformats.org/officeDocument/2006/relationships/tags" Target="../tags/tag7.xml"/><Relationship Id="rId35" Type="http://schemas.openxmlformats.org/officeDocument/2006/relationships/tags" Target="../tags/tag1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任意多边形: 形状 78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6959600" cy="6858000"/>
          </a:xfrm>
          <a:custGeom>
            <a:avLst/>
            <a:gdLst>
              <a:gd name="connsiteX0" fmla="*/ 1071222 w 6959600"/>
              <a:gd name="connsiteY0" fmla="*/ 0 h 6857999"/>
              <a:gd name="connsiteX1" fmla="*/ 6959600 w 6959600"/>
              <a:gd name="connsiteY1" fmla="*/ 0 h 6857999"/>
              <a:gd name="connsiteX2" fmla="*/ 5155055 w 6959600"/>
              <a:gd name="connsiteY2" fmla="*/ 6857999 h 6857999"/>
              <a:gd name="connsiteX3" fmla="*/ 0 w 6959600"/>
              <a:gd name="connsiteY3" fmla="*/ 6857999 h 6857999"/>
              <a:gd name="connsiteX4" fmla="*/ 0 w 6959600"/>
              <a:gd name="connsiteY4" fmla="*/ 40710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9600" h="6857999">
                <a:moveTo>
                  <a:pt x="1071222" y="0"/>
                </a:moveTo>
                <a:lnTo>
                  <a:pt x="6959600" y="0"/>
                </a:lnTo>
                <a:lnTo>
                  <a:pt x="5155055" y="6857999"/>
                </a:lnTo>
                <a:lnTo>
                  <a:pt x="0" y="6857999"/>
                </a:lnTo>
                <a:lnTo>
                  <a:pt x="0" y="4071076"/>
                </a:lnTo>
                <a:close/>
              </a:path>
            </a:pathLst>
          </a:custGeom>
          <a:solidFill>
            <a:schemeClr val="bg2">
              <a:lumMod val="90000"/>
              <a:lumOff val="1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cxnSp>
        <p:nvCxnSpPr>
          <p:cNvPr id="16" name="形状15"/>
          <p:cNvCxnSpPr/>
          <p:nvPr userDrawn="1">
            <p:custDataLst>
              <p:tags r:id="rId27"/>
            </p:custDataLst>
          </p:nvPr>
        </p:nvCxnSpPr>
        <p:spPr>
          <a:xfrm flipH="1">
            <a:off x="11113294" y="2544251"/>
            <a:ext cx="1075337" cy="431374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形状23"/>
          <p:cNvSpPr/>
          <p:nvPr userDrawn="1">
            <p:custDataLst>
              <p:tags r:id="rId28"/>
            </p:custDataLst>
          </p:nvPr>
        </p:nvSpPr>
        <p:spPr>
          <a:xfrm>
            <a:off x="8034794" y="2274072"/>
            <a:ext cx="1379429" cy="2750974"/>
          </a:xfrm>
          <a:prstGeom prst="chevron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形状24"/>
          <p:cNvSpPr/>
          <p:nvPr userDrawn="1">
            <p:custDataLst>
              <p:tags r:id="rId29"/>
            </p:custDataLst>
          </p:nvPr>
        </p:nvSpPr>
        <p:spPr>
          <a:xfrm>
            <a:off x="9608358" y="2274072"/>
            <a:ext cx="1379429" cy="2750974"/>
          </a:xfrm>
          <a:prstGeom prst="chevron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6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2025/11/23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35"/>
            </p:custDataLst>
          </p:nvPr>
        </p:nvSpPr>
        <p:spPr>
          <a:xfrm rot="5400000">
            <a:off x="-322580" y="322580"/>
            <a:ext cx="1002665" cy="357505"/>
          </a:xfrm>
          <a:custGeom>
            <a:avLst/>
            <a:gdLst>
              <a:gd name="connsiteX0" fmla="*/ 0 w 1002670"/>
              <a:gd name="connsiteY0" fmla="*/ 357523 h 357523"/>
              <a:gd name="connsiteX1" fmla="*/ 0 w 1002670"/>
              <a:gd name="connsiteY1" fmla="*/ 0 h 357523"/>
              <a:gd name="connsiteX2" fmla="*/ 1002670 w 1002670"/>
              <a:gd name="connsiteY2" fmla="*/ 357523 h 35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2670" h="357523">
                <a:moveTo>
                  <a:pt x="0" y="357523"/>
                </a:moveTo>
                <a:lnTo>
                  <a:pt x="0" y="0"/>
                </a:lnTo>
                <a:lnTo>
                  <a:pt x="1002670" y="3575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53" name="任意多边形: 形状 52"/>
          <p:cNvSpPr/>
          <p:nvPr userDrawn="1">
            <p:custDataLst>
              <p:tags r:id="rId36"/>
            </p:custDataLst>
          </p:nvPr>
        </p:nvSpPr>
        <p:spPr>
          <a:xfrm rot="5400000">
            <a:off x="-259080" y="260985"/>
            <a:ext cx="806450" cy="287655"/>
          </a:xfrm>
          <a:custGeom>
            <a:avLst/>
            <a:gdLst>
              <a:gd name="connsiteX0" fmla="*/ 0 w 806158"/>
              <a:gd name="connsiteY0" fmla="*/ 287452 h 287452"/>
              <a:gd name="connsiteX1" fmla="*/ 0 w 806158"/>
              <a:gd name="connsiteY1" fmla="*/ 0 h 287452"/>
              <a:gd name="connsiteX2" fmla="*/ 806158 w 806158"/>
              <a:gd name="connsiteY2" fmla="*/ 287452 h 287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6158" h="287452">
                <a:moveTo>
                  <a:pt x="0" y="287452"/>
                </a:moveTo>
                <a:lnTo>
                  <a:pt x="0" y="0"/>
                </a:lnTo>
                <a:lnTo>
                  <a:pt x="806158" y="2874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cxnSp>
        <p:nvCxnSpPr>
          <p:cNvPr id="27" name="形状19"/>
          <p:cNvCxnSpPr/>
          <p:nvPr userDrawn="1">
            <p:custDataLst>
              <p:tags r:id="rId37"/>
            </p:custDataLst>
          </p:nvPr>
        </p:nvCxnSpPr>
        <p:spPr>
          <a:xfrm flipH="1">
            <a:off x="0" y="0"/>
            <a:ext cx="527050" cy="132778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形状17"/>
          <p:cNvSpPr/>
          <p:nvPr userDrawn="1">
            <p:custDataLst>
              <p:tags r:id="rId38"/>
            </p:custDataLst>
          </p:nvPr>
        </p:nvSpPr>
        <p:spPr>
          <a:xfrm rot="5400000" flipH="1" flipV="1">
            <a:off x="11688767" y="6354767"/>
            <a:ext cx="836613" cy="169853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3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9.xml"/><Relationship Id="rId4" Type="http://schemas.openxmlformats.org/officeDocument/2006/relationships/hyperlink" Target="https://stopsmartmeters.org/2025/11/19/submit-comments-to-the-fcc-preserve-local-control-of-cell-towers-pennsylvania-win-heads-to-supreme-court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13" Type="http://schemas.openxmlformats.org/officeDocument/2006/relationships/slideLayout" Target="../slideLayouts/slideLayout14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12" Type="http://schemas.openxmlformats.org/officeDocument/2006/relationships/tags" Target="../tags/tag261.xml"/><Relationship Id="rId17" Type="http://schemas.openxmlformats.org/officeDocument/2006/relationships/image" Target="../media/image8.svg"/><Relationship Id="rId2" Type="http://schemas.openxmlformats.org/officeDocument/2006/relationships/tags" Target="../tags/tag251.xml"/><Relationship Id="rId16" Type="http://schemas.openxmlformats.org/officeDocument/2006/relationships/image" Target="../media/image7.png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tags" Target="../tags/tag260.xml"/><Relationship Id="rId5" Type="http://schemas.openxmlformats.org/officeDocument/2006/relationships/tags" Target="../tags/tag254.xml"/><Relationship Id="rId15" Type="http://schemas.openxmlformats.org/officeDocument/2006/relationships/image" Target="../media/image6.svg"/><Relationship Id="rId10" Type="http://schemas.openxmlformats.org/officeDocument/2006/relationships/tags" Target="../tags/tag259.xml"/><Relationship Id="rId4" Type="http://schemas.openxmlformats.org/officeDocument/2006/relationships/tags" Target="../tags/tag253.xml"/><Relationship Id="rId9" Type="http://schemas.openxmlformats.org/officeDocument/2006/relationships/tags" Target="../tags/tag258.xml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3" Type="http://schemas.openxmlformats.org/officeDocument/2006/relationships/tags" Target="../tags/tag264.xml"/><Relationship Id="rId7" Type="http://schemas.openxmlformats.org/officeDocument/2006/relationships/tags" Target="../tags/tag268.xml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image" Target="../media/image10.png"/><Relationship Id="rId5" Type="http://schemas.openxmlformats.org/officeDocument/2006/relationships/tags" Target="../tags/tag266.xml"/><Relationship Id="rId10" Type="http://schemas.openxmlformats.org/officeDocument/2006/relationships/image" Target="../media/image9.jpeg"/><Relationship Id="rId4" Type="http://schemas.openxmlformats.org/officeDocument/2006/relationships/tags" Target="../tags/tag265.xml"/><Relationship Id="rId9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77.xml"/><Relationship Id="rId3" Type="http://schemas.openxmlformats.org/officeDocument/2006/relationships/tags" Target="../tags/tag272.xml"/><Relationship Id="rId7" Type="http://schemas.openxmlformats.org/officeDocument/2006/relationships/tags" Target="../tags/tag276.xml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10" Type="http://schemas.openxmlformats.org/officeDocument/2006/relationships/image" Target="../media/image11.jpeg"/><Relationship Id="rId4" Type="http://schemas.openxmlformats.org/officeDocument/2006/relationships/tags" Target="../tags/tag273.xml"/><Relationship Id="rId9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85.xml"/><Relationship Id="rId3" Type="http://schemas.openxmlformats.org/officeDocument/2006/relationships/tags" Target="../tags/tag280.xml"/><Relationship Id="rId7" Type="http://schemas.openxmlformats.org/officeDocument/2006/relationships/tags" Target="../tags/tag284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9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tags" Target="../tags/tag288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9" Type="http://schemas.openxmlformats.org/officeDocument/2006/relationships/hyperlink" Target="http://descargas.pntic.mec.es/recursos_educativos/It_didac/Leng_ESO/2/09/04_humanisticos/el_ensayo.html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13" Type="http://schemas.openxmlformats.org/officeDocument/2006/relationships/slideLayout" Target="../slideLayouts/slideLayout19.xml"/><Relationship Id="rId3" Type="http://schemas.openxmlformats.org/officeDocument/2006/relationships/tags" Target="../tags/tag294.xml"/><Relationship Id="rId7" Type="http://schemas.openxmlformats.org/officeDocument/2006/relationships/tags" Target="../tags/tag298.xml"/><Relationship Id="rId12" Type="http://schemas.openxmlformats.org/officeDocument/2006/relationships/tags" Target="../tags/tag303.xml"/><Relationship Id="rId2" Type="http://schemas.openxmlformats.org/officeDocument/2006/relationships/tags" Target="../tags/tag293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11" Type="http://schemas.openxmlformats.org/officeDocument/2006/relationships/tags" Target="../tags/tag302.xml"/><Relationship Id="rId5" Type="http://schemas.openxmlformats.org/officeDocument/2006/relationships/tags" Target="../tags/tag296.xml"/><Relationship Id="rId10" Type="http://schemas.openxmlformats.org/officeDocument/2006/relationships/tags" Target="../tags/tag301.xml"/><Relationship Id="rId4" Type="http://schemas.openxmlformats.org/officeDocument/2006/relationships/tags" Target="../tags/tag295.xml"/><Relationship Id="rId9" Type="http://schemas.openxmlformats.org/officeDocument/2006/relationships/tags" Target="../tags/tag300.xml"/><Relationship Id="rId1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11.xml"/><Relationship Id="rId13" Type="http://schemas.openxmlformats.org/officeDocument/2006/relationships/image" Target="../media/image15.jpeg"/><Relationship Id="rId3" Type="http://schemas.openxmlformats.org/officeDocument/2006/relationships/tags" Target="../tags/tag306.xml"/><Relationship Id="rId7" Type="http://schemas.openxmlformats.org/officeDocument/2006/relationships/tags" Target="../tags/tag310.xml"/><Relationship Id="rId12" Type="http://schemas.openxmlformats.org/officeDocument/2006/relationships/image" Target="../media/image14.jpeg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11" Type="http://schemas.openxmlformats.org/officeDocument/2006/relationships/slideLayout" Target="../slideLayouts/slideLayout21.xml"/><Relationship Id="rId5" Type="http://schemas.openxmlformats.org/officeDocument/2006/relationships/tags" Target="../tags/tag308.xml"/><Relationship Id="rId10" Type="http://schemas.openxmlformats.org/officeDocument/2006/relationships/tags" Target="../tags/tag313.xml"/><Relationship Id="rId4" Type="http://schemas.openxmlformats.org/officeDocument/2006/relationships/tags" Target="../tags/tag307.xml"/><Relationship Id="rId9" Type="http://schemas.openxmlformats.org/officeDocument/2006/relationships/tags" Target="../tags/tag3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321.xml"/><Relationship Id="rId3" Type="http://schemas.openxmlformats.org/officeDocument/2006/relationships/tags" Target="../tags/tag316.xml"/><Relationship Id="rId7" Type="http://schemas.openxmlformats.org/officeDocument/2006/relationships/tags" Target="../tags/tag320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tags" Target="../tags/tag319.xml"/><Relationship Id="rId11" Type="http://schemas.openxmlformats.org/officeDocument/2006/relationships/image" Target="../media/image16.jpeg"/><Relationship Id="rId5" Type="http://schemas.openxmlformats.org/officeDocument/2006/relationships/tags" Target="../tags/tag318.xml"/><Relationship Id="rId10" Type="http://schemas.openxmlformats.org/officeDocument/2006/relationships/slideLayout" Target="../slideLayouts/slideLayout22.xml"/><Relationship Id="rId4" Type="http://schemas.openxmlformats.org/officeDocument/2006/relationships/tags" Target="../tags/tag317.xml"/><Relationship Id="rId9" Type="http://schemas.openxmlformats.org/officeDocument/2006/relationships/tags" Target="../tags/tag3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324.xml"/><Relationship Id="rId1" Type="http://schemas.openxmlformats.org/officeDocument/2006/relationships/tags" Target="../tags/tag3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1994B96-8BAE-EA43-1359-1EF2BDACD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1"/>
            <a:ext cx="3744912" cy="685800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B9F66C-E081-DBB8-DF08-307B7DE1CFE7}"/>
              </a:ext>
            </a:extLst>
          </p:cNvPr>
          <p:cNvSpPr txBox="1"/>
          <p:nvPr/>
        </p:nvSpPr>
        <p:spPr>
          <a:xfrm>
            <a:off x="7148052" y="6410633"/>
            <a:ext cx="361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bg1"/>
                </a:solidFill>
              </a:rPr>
              <a:t>Prepared by Vishal Agarwal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DF61EA-92EE-07EE-C2DB-C7E4DDD597DE}"/>
              </a:ext>
            </a:extLst>
          </p:cNvPr>
          <p:cNvSpPr/>
          <p:nvPr/>
        </p:nvSpPr>
        <p:spPr>
          <a:xfrm>
            <a:off x="2104105" y="2108406"/>
            <a:ext cx="7521677" cy="1170038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  <a:effectLst>
            <a:glow>
              <a:schemeClr val="accent1">
                <a:alpha val="65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WPS灵秀黑" charset="-122"/>
              </a:rPr>
              <a:t>Wavecon 5G Launch Impact Analysi</a:t>
            </a:r>
            <a:r>
              <a:rPr lang="en-IN" altLang="zh-CN" sz="4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WPS灵秀黑" charset="-122"/>
              </a:rPr>
              <a:t>s</a:t>
            </a:r>
            <a:endParaRPr lang="en-IN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80AA55-4181-CC86-6A22-DBAC67463BD9}"/>
              </a:ext>
            </a:extLst>
          </p:cNvPr>
          <p:cNvSpPr txBox="1"/>
          <p:nvPr/>
        </p:nvSpPr>
        <p:spPr>
          <a:xfrm>
            <a:off x="3411793" y="0"/>
            <a:ext cx="48964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DECDB-6142-7751-D234-4DA1EE6A8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95" y="769440"/>
            <a:ext cx="10816978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40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410F5-FBC7-9CB3-39CD-BA673670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A3CCA7-D476-AFF1-4593-75CE3B5B74F1}"/>
              </a:ext>
            </a:extLst>
          </p:cNvPr>
          <p:cNvSpPr txBox="1"/>
          <p:nvPr/>
        </p:nvSpPr>
        <p:spPr>
          <a:xfrm>
            <a:off x="4159045" y="-88491"/>
            <a:ext cx="48964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5EE64-1BA9-B224-20E1-12510BDBD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000" y="757083"/>
            <a:ext cx="10800000" cy="610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1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5A38-AFA4-F5DC-4C40-BFE5B413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1E37A9-127B-2DB4-231B-3513FED5B1AB}"/>
              </a:ext>
            </a:extLst>
          </p:cNvPr>
          <p:cNvSpPr txBox="1"/>
          <p:nvPr/>
        </p:nvSpPr>
        <p:spPr>
          <a:xfrm>
            <a:off x="4847303" y="-88491"/>
            <a:ext cx="48964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18E37-3927-4C10-384B-019AB37F5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767" y="680951"/>
            <a:ext cx="10844981" cy="61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7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Q1: 5G Impact on Revenue</a:t>
            </a:r>
          </a:p>
        </p:txBody>
      </p: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pic>
        <p:nvPicPr>
          <p:cNvPr id="13" name="图片占位符 12" descr="7"/>
          <p:cNvPicPr>
            <a:picLocks noGrp="1" noChangeAspect="1"/>
          </p:cNvPicPr>
          <p:nvPr>
            <p:ph type="pic" idx="16390"/>
            <p:custDataLst>
              <p:tags r:id="rId5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71600" y="2222500"/>
            <a:ext cx="812800" cy="8128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Revenue Trend Analysis Pre vs. Post-5G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Line chart comparison shows steady revenue trajectory; no significant upward or downward shift observed post-5G launch.</a:t>
            </a:r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装饰  7"/>
          <p:cNvSpPr>
            <a:spLocks noGrp="1"/>
          </p:cNvSpPr>
          <p:nvPr>
            <p:ph type="body" idx="16395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pic>
        <p:nvPicPr>
          <p:cNvPr id="14" name="图片占位符 13" descr="2"/>
          <p:cNvPicPr>
            <a:picLocks noGrp="1" noChangeAspect="1"/>
          </p:cNvPicPr>
          <p:nvPr>
            <p:ph type="pic" idx="16393"/>
            <p:custDataLst>
              <p:tags r:id="rId10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71600" y="4737100"/>
            <a:ext cx="812800" cy="81280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Key Finding: Minimal Revenue Impact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5G launch has resulted in minimal impact on Wavecon's overall revenue performance, maintaining consistent growth patterns.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Q2: Underperforming KPI Post-5G</a:t>
            </a:r>
          </a:p>
        </p:txBody>
      </p:sp>
      <p:pic>
        <p:nvPicPr>
          <p:cNvPr id="15" name="图片占位符 14" descr="3b6c1d8b-c7a9-11f0-bb34-72f5f12b1af9"/>
          <p:cNvPicPr>
            <a:picLocks noGrp="1" noChangeAspect="1"/>
          </p:cNvPicPr>
          <p:nvPr>
            <p:ph type="pic" idx="16390"/>
            <p:custDataLst>
              <p:tags r:id="rId3"/>
            </p:custDataLst>
          </p:nvPr>
        </p:nvPicPr>
        <p:blipFill>
          <a:blip r:embed="rId10"/>
          <a:srcRect t="8042" b="8042"/>
          <a:stretch>
            <a:fillRect/>
          </a:stretch>
        </p:blipFill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Identified Underperforming KPI: Total Active Users (TAU)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Total Active Users (TAU) emerged as the underperforming KPI, showing a clear downward trend post-5G implementation.</a:t>
            </a:r>
          </a:p>
        </p:txBody>
      </p:sp>
      <p:pic>
        <p:nvPicPr>
          <p:cNvPr id="16" name="图片占位符 15" descr="default_5_img"/>
          <p:cNvPicPr>
            <a:picLocks noGrp="1"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r:embed="rId11"/>
          <a:srcRect l="21875" r="21875"/>
          <a:stretch>
            <a:fillRect/>
          </a:stretch>
        </p:blipFill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TAU Decline: Key Growth Driver Concern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TAU, a critical growth driver for Wavecon, is experiencing negative momentum, raising concerns for user base expansion.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Q3: Plan Revenue Performance</a:t>
            </a:r>
          </a:p>
        </p:txBody>
      </p:sp>
      <p:pic>
        <p:nvPicPr>
          <p:cNvPr id="12" name="内容占位符 11" descr="3bb8cc36-c7a9-11f0-ac31-2632f8e65407"/>
          <p:cNvPicPr>
            <a:picLocks noGrp="1" noChangeAspect="1"/>
          </p:cNvPicPr>
          <p:nvPr>
            <p:ph idx="16390"/>
            <p:custDataLst>
              <p:tags r:id="rId3"/>
            </p:custDataLst>
          </p:nvPr>
        </p:nvPicPr>
        <p:blipFill>
          <a:blip r:embed="rId10"/>
          <a:srcRect t="12057"/>
          <a:stretch>
            <a:fillRect/>
          </a:stretch>
        </p:blipFill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Top-Performing Plan: Plan 1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Plan 1 leads with ₹603M revenue (last month), outperforming all other plans significantly in the post-5G period.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Low-Performing Plan: Plan 7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Plan 7 underperforms with only ₹43M revenue (last month), showing minimal contribution to overall plan revenue.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Q4: Significantly Impacted Plan (Plan 7)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01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Plan 7 Performance Post-5G: Severe Impact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Plan 7 is severely impacted post-5G, generating only ₹43M revenue with a sharp downward trend in performance.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02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Recommendation: Discontinue Plan 7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Non-viable revenue contribution and sustained downward trajectory warrant discontinuation of Plan 7 to optimize resource allocation.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7D03A1F-C3EF-F487-E33B-B5EE5E513426}"/>
              </a:ext>
            </a:extLst>
          </p:cNvPr>
          <p:cNvSpPr>
            <a:spLocks noGrp="1"/>
          </p:cNvSpPr>
          <p:nvPr>
            <p:ph idx="16390"/>
          </p:nvPr>
        </p:nvSpPr>
        <p:spPr>
          <a:xfrm flipH="1" flipV="1">
            <a:off x="10962290" y="3023122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Q5: Discontinued Plans &amp; Reasons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Discontinued Plans: 8, 9, 10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Plans 8, 9, and 10 have been discontinued post-5G launch following performance evaluation and viability checks.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Rationale for Discontinuation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Discontinuation driven by insignificant revenue generation, making these plans no longer viable to maintain operationally.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0718D7-0D6F-0749-D1AB-0F50AD090B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51692" y="1295399"/>
            <a:ext cx="11125579" cy="3327401"/>
          </a:xfrm>
          <a:prstGeom prst="rect">
            <a:avLst/>
          </a:prstGeom>
          <a:effectLst>
            <a:softEdge rad="50800"/>
          </a:effectLst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Key Takeaways</a:t>
            </a:r>
          </a:p>
        </p:txBody>
      </p:sp>
      <p:pic>
        <p:nvPicPr>
          <p:cNvPr id="16" name="内容占位符 15" descr="3bad8e78-c7a9-11f0-9066-aae3733c0910"/>
          <p:cNvPicPr>
            <a:picLocks noGrp="1" noChangeAspect="1"/>
          </p:cNvPicPr>
          <p:nvPr>
            <p:ph idx="16392"/>
            <p:custDataLst>
              <p:tags r:id="rId3"/>
            </p:custDataLst>
          </p:nvPr>
        </p:nvPicPr>
        <p:blipFill>
          <a:blip r:embed="rId14"/>
          <a:srcRect l="29030" r="16618"/>
          <a:stretch>
            <a:fillRect/>
          </a:stretch>
        </p:blipFill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Minimal 5G Impact on Overall Revenue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5G launch has had minimal impact on Wavecon's total revenue, maintaining steady performance trends.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TAU Decline: Critical KPI Concern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Total Active Users (TAU) is underperforming with a downward trend, raising concerns for user base growth.</a:t>
            </a:r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Plan Performance: Highs and Lows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Plan 1 (₹603M) leads as top performer; Plan 7 (₹43M) is the weakest with minimal contribution.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Recommendations &amp; Next Steps</a:t>
            </a: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pic>
        <p:nvPicPr>
          <p:cNvPr id="17" name="图片占位符 16" descr="3a9f4ddc-c7a9-11f0-a4cb-aa806c0246e5"/>
          <p:cNvPicPr>
            <a:picLocks noGrp="1" noChangeAspect="1"/>
          </p:cNvPicPr>
          <p:nvPr>
            <p:ph type="pic" idx="16391"/>
            <p:custDataLst>
              <p:tags r:id="rId4"/>
            </p:custDataLst>
          </p:nvPr>
        </p:nvPicPr>
        <p:blipFill>
          <a:blip r:embed="rId12"/>
          <a:srcRect t="12419" b="12419"/>
          <a:stretch>
            <a:fillRect/>
          </a:stretch>
        </p:blipFill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Recommendations: Strategic Focus Areas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Strengthen customer adoption strategies, prioritize high-performing plans, and discontinue/restructure underperforming ones.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pic>
        <p:nvPicPr>
          <p:cNvPr id="18" name="图片占位符 17" descr="3a9f5339-c7a9-11f0-a4cb-aa806c0246e5"/>
          <p:cNvPicPr>
            <a:picLocks noGrp="1"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13"/>
          <a:srcRect l="10440" r="10440"/>
          <a:stretch>
            <a:fillRect/>
          </a:stretch>
        </p:blipFill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Next Steps: Actionable Initiatives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Enhance 5G adoption through customer engagement, reallocate resources to profitable plans, and implement close KPI monitoring.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Q&amp;A | Thank You</a:t>
            </a:r>
          </a:p>
        </p:txBody>
      </p:sp>
      <p:pic>
        <p:nvPicPr>
          <p:cNvPr id="13" name="内容占位符 12" descr="3a4efa5d-c7a9-11f0-bb34-72f5f12b1af9"/>
          <p:cNvPicPr>
            <a:picLocks noGrp="1" noChangeAspect="1"/>
          </p:cNvPicPr>
          <p:nvPr>
            <p:ph idx="16390"/>
            <p:custDataLst>
              <p:tags r:id="rId3"/>
            </p:custDataLst>
          </p:nvPr>
        </p:nvPicPr>
        <p:blipFill>
          <a:blip r:embed="rId11"/>
          <a:srcRect l="20169" r="20169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Open Floor for Questions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Engage in interactive Q&amp;A to address queries and insights on 5G performance, KPIs, and strategic plans.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Thank You &amp; Wavecon Commitment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Thank you for your time. Wavecon: "Connecting Tomorrow, Today" – Let’s drive 5G success together!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3277419" y="2637504"/>
            <a:ext cx="5449358" cy="457200"/>
          </a:xfrm>
        </p:spPr>
        <p:txBody>
          <a:bodyPr>
            <a:noAutofit/>
          </a:bodyPr>
          <a:lstStyle/>
          <a:p>
            <a:r>
              <a:rPr lang="zh-CN" altLang="en-US" sz="4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WPS灵秀黑" charset="-122"/>
                <a:cs typeface="Times New Roman" panose="02020603050405020304" pitchFamily="18" charset="0"/>
              </a:rPr>
              <a:t>THE END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I1NTg0NTA5YzViNDM1MzJhNTk4ZTNiNTBjNDQwZ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TEMPLATE_STYLE_ID" val="6979662740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9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9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9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1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05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9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518"/>
  <p:tag name="KSO_WM_TEMPLATE_CATEGORY" val="custom"/>
  <p:tag name="KSO_WM_TEMPLATE_MASTER_TYPE" val="0"/>
  <p:tag name="KSO_WM_TAG_VERSION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18"/>
  <p:tag name="KSO_WM_TEMPLATE_CATEGORY" val="custo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518"/>
  <p:tag name="KSO_WM_TEMPLATE_CATEGORY" val="custo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18"/>
  <p:tag name="KSO_WM_TEMPLATE_CATEGORY" val="custo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18"/>
  <p:tag name="KSO_WM_TEMPLATE_CATEGORY" val="custo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518"/>
  <p:tag name="KSO_WM_TEMPLATE_CATEGORY" val="custo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518"/>
  <p:tag name="KSO_WM_TEMPLATE_CATEGORY" val="custo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18"/>
  <p:tag name="KSO_WM_TEMPLATE_CATEGORY" val="custo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TEMPLATE_INDEX" val="40490518"/>
  <p:tag name="KSO_WM_TEMPLATE_CATEGORY" val="custo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18"/>
  <p:tag name="KSO_WM_TEMPLATE_CATEGORY" val="custo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TEMPLATE_INDEX" val="40490518"/>
  <p:tag name="KSO_WM_TEMPLATE_CATEGORY" val="custo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18"/>
  <p:tag name="KSO_WM_TEMPLATE_CATEGORY" val="custo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18"/>
  <p:tag name="KSO_WM_TEMPLATE_CATEGORY" val="custo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518"/>
  <p:tag name="KSO_WM_TEMPLATE_CATEGORY" val="custo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18"/>
  <p:tag name="KSO_WM_TEMPLATE_CATEGORY" val="custo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18"/>
  <p:tag name="KSO_WM_TEMPLATE_CATEGORY" val="custo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9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9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9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9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9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9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9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9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9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becb610c83afebef89da07e7e98edb7267cd563"/>
  <p:tag name="KSO_WM_NEWLAYOUT_ID" val="3686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i*6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YPE" val="i"/>
  <p:tag name="KSO_WM_UNIT_INDEX" val="6"/>
  <p:tag name="KSO_WM_TEMPLATE_INDEX" val="40490518"/>
  <p:tag name="KSO_WM_TEMPLATE_CATEGORY" val="custo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173baa7bc92076270ad839d6b4fe73ad9806292"/>
  <p:tag name="KSO_WM_NEWLAYOUT_ID" val="3694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306d3c1780ca7f9ac816e3e2df1ca8f8088adf5"/>
  <p:tag name="KSO_WM_NEWLAYOUT_ID" val="3698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e4c2946e3646a6b4b5f640728b08ae97c0a20ee0"/>
  <p:tag name="KSO_WM_NEWLAYOUT_ID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i*6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YPE" val="i"/>
  <p:tag name="KSO_WM_UNIT_INDEX" val="6"/>
  <p:tag name="KSO_WM_TEMPLATE_INDEX" val="40490518"/>
  <p:tag name="KSO_WM_TEMPLATE_CATEGORY" val="custo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173baa7bc92076270ad839d6b4fe73ad9806292"/>
  <p:tag name="KSO_WM_NEWLAYOUT_ID" val="3694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c766593595ce70411d655ede62e81afdddfae4"/>
  <p:tag name="KSO_WM_NEWLAYOUT_GROUP_ID" val="layout_32"/>
  <p:tag name="KSO_WM_NEWLAYOUT_ID" val="slide_29985086e0bfd03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56f76f8425e69f5c82a2d26f1358998b5c4b9fe"/>
  <p:tag name="KSO_WM_NEWLAYOUT_GROUP_ID" val="layout_34"/>
  <p:tag name="KSO_WM_NEWLAYOUT_ID" val="slide_e03d20003557b036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ef43039efbdd688781cfc990a7266813c397d0"/>
  <p:tag name="KSO_WM_NEWLAYOUT_GROUP_ID" val="layout_61"/>
  <p:tag name="KSO_WM_NEWLAYOUT_ID" val="slide_15cb9f4c4c6c7b0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78cf344e49bb5ccae906fbb11a23af24bea7311"/>
  <p:tag name="KSO_WM_NEWLAYOUT_GROUP_ID" val="layout_35"/>
  <p:tag name="KSO_WM_NEWLAYOUT_ID" val="slide_d96357fe6779c82b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6d5188405815c3283ace2e19d2d423c66cac03b"/>
  <p:tag name="KSO_WM_NEWLAYOUT_GROUP_ID" val="layout_10013"/>
  <p:tag name="KSO_WM_NEWLAYOUT_ID" val="slide_c60fea93c381646b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62e3d203c002175e0de9762ef6f5d8e3af6812"/>
  <p:tag name="KSO_WM_NEWLAYOUT_GROUP_ID" val="layout_30"/>
  <p:tag name="KSO_WM_NEWLAYOUT_ID" val="slide_b85ad0045308797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52f55cf94f080fa11953f783554f3f24144f229"/>
  <p:tag name="KSO_WM_NEWLAYOUT_GROUP_ID" val="layout_10004"/>
  <p:tag name="KSO_WM_NEWLAYOUT_ID" val="slide_aec818c1bcb6d7c7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cd2f4ff1a11bdaa1bd7627d761108be792389a"/>
  <p:tag name="KSO_WM_NEWLAYOUT_GROUP_ID" val="layout_26"/>
  <p:tag name="KSO_WM_NEWLAYOUT_ID" val="slide_1782e10a2508866f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cdb4002e4b134c227df4153a50551c98d3292e6"/>
  <p:tag name="KSO_WM_NEWLAYOUT_GROUP_ID" val="layout_6"/>
  <p:tag name="KSO_WM_NEWLAYOUT_ID" val="slide_0b60da66fb947fdd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8306d3c1780ca7f9ac816e3e2df1ca8f8088adf5"/>
  <p:tag name="KSO_WM_NEWLAYOUT_ID" val="3698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518"/>
  <p:tag name="KSO_WM_TEMPLATE_CATEGORY" val="custom"/>
  <p:tag name="KSO_WM_SLIDE_INDEX" val="1"/>
  <p:tag name="KSO_WM_SLIDE_ID" val="custom40490518_1"/>
  <p:tag name="KSO_WM_TEMPLATE_MASTER_TYPE" val="0"/>
  <p:tag name="KSO_WM_SLIDE_LAYOUT" val="a_f"/>
  <p:tag name="KSO_WM_SLIDE_LAYOUT_CNT" val="1_2"/>
  <p:tag name="KSO_WM_TAG_VERSION" val="3.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7402"/>
  <p:tag name="KSO_WM_TEMPLATE_SLIDE_ID" val="slide_29985086e0bfd03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c766593595ce70411d655ede62e81afdddfae4"/>
  <p:tag name="KSO_WM_NEWLAYOUT_GROUP_ID" val="layout_32"/>
  <p:tag name="KSO_WM_NEWLAYOUT_ID" val="slide_29985086e0bfd03e"/>
  <p:tag name="KSO_WM_UNIT_PRESET_TEXT" val="单击此处添加标题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7402"/>
  <p:tag name="KSO_WM_TEMPLATE_SLIDE_ID" val="slide_e03d20003557b036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56f76f8425e69f5c82a2d26f1358998b5c4b9fe"/>
  <p:tag name="KSO_WM_NEWLAYOUT_GROUP_ID" val="layout_34"/>
  <p:tag name="KSO_WM_NEWLAYOUT_ID" val="slide_e03d20003557b036"/>
  <p:tag name="KSO_WM_UNIT_PRESET_TEXT" val="单击此处添加标题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211394040057&quot;,&quot;product_name&quot;:&quot;api_wpp_external&quot;,&quot;intention_code&quot;:&quot;365wps_cc_create_ppt&quot;}*gallery_gallery_ai_v2.2.0_ONLINE*90198bdcc6e42b1e91b4c59421174089-slide-3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63819011047f83d474a4233-slide-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7402"/>
  <p:tag name="KSO_WM_TEMPLATE_SLIDE_ID" val="slide_15cb9f4c4c6c7b02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ef43039efbdd688781cfc990a7266813c397d0"/>
  <p:tag name="KSO_WM_NEWLAYOUT_GROUP_ID" val="layout_61"/>
  <p:tag name="KSO_WM_NEWLAYOUT_ID" val="slide_15cb9f4c4c6c7b02"/>
  <p:tag name="KSO_WM_UNIT_PRESET_TEXT" val="单击此处添加标题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53643354&quot;,&quot;product_name&quot;:&quot;api_wpp_external&quot;,&quot;intention_code&quot;:&quot;365wps_cc_create_ppt&quot;}*gallery_gallery_ai_v2.2.0_ONLINE*90198bdcc6e42b1e91b4c59421174089-slide-4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7402"/>
  <p:tag name="KSO_WM_TEMPLATE_SLIDE_ID" val="slide_d96357fe6779c82b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78cf344e49bb5ccae906fbb11a23af24bea7311"/>
  <p:tag name="KSO_WM_NEWLAYOUT_GROUP_ID" val="layout_35"/>
  <p:tag name="KSO_WM_NEWLAYOUT_ID" val="slide_d96357fe6779c82b"/>
  <p:tag name="KSO_WM_UNIT_PRESET_TEXT" val="单击此处添加标题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7402"/>
  <p:tag name="KSO_WM_TEMPLATE_SLIDE_ID" val="slide_c60fea93c381646b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6d5188405815c3283ace2e19d2d423c66cac03b"/>
  <p:tag name="KSO_WM_NEWLAYOUT_GROUP_ID" val="layout_10013"/>
  <p:tag name="KSO_WM_NEWLAYOUT_ID" val="slide_c60fea93c381646b"/>
  <p:tag name="KSO_WM_UNIT_PRESET_TEXT" val="单击此处添加标题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7402"/>
  <p:tag name="KSO_WM_TEMPLATE_SLIDE_ID" val="slide_b85ad00453087974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62e3d203c002175e0de9762ef6f5d8e3af6812"/>
  <p:tag name="KSO_WM_NEWLAYOUT_GROUP_ID" val="layout_30"/>
  <p:tag name="KSO_WM_NEWLAYOUT_ID" val="slide_b85ad00453087974"/>
  <p:tag name="KSO_WM_UNIT_PRESET_TEXT" val="单击此处添加标题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412825998&quot;,&quot;product_name&quot;:&quot;api_wpp_external&quot;,&quot;intention_code&quot;:&quot;365wps_cc_create_ppt&quot;}*gallery_gallery_ai_v2.2.0_ONLINE*90198bdcc6e42b1e91b4c59421174089-slide-7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7402"/>
  <p:tag name="KSO_WM_TEMPLATE_SLIDE_ID" val="slide_1782e10a2508866f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cd2f4ff1a11bdaa1bd7627d761108be792389a"/>
  <p:tag name="KSO_WM_NEWLAYOUT_GROUP_ID" val="layout_26"/>
  <p:tag name="KSO_WM_NEWLAYOUT_ID" val="slide_1782e10a2508866f"/>
  <p:tag name="KSO_WM_UNIT_PRESET_TEXT" val="单击此处添加标题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211397646531&quot;,&quot;product_name&quot;:&quot;api_wpp_external&quot;,&quot;intention_code&quot;:&quot;365wps_cc_create_ppt&quot;}*gallery_gallery_ai_v2.2.0_ONLINE*90198bdcc6e42b1e91b4c59421174089-slide-9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528825683&quot;,&quot;product_name&quot;:&quot;api_wpp_external&quot;,&quot;intention_code&quot;:&quot;365wps_cc_create_ppt&quot;}*gallery_gallery_ai_v2.2.0_ONLINE*90198bdcc6e42b1e91b4c59421174089-slide-9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7402"/>
  <p:tag name="KSO_WM_TEMPLATE_SLIDE_ID" val="slide_0b60da66fb947fdd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cdb4002e4b134c227df4153a50551c98d3292e6"/>
  <p:tag name="KSO_WM_NEWLAYOUT_GROUP_ID" val="layout_6"/>
  <p:tag name="KSO_WM_NEWLAYOUT_ID" val="slide_0b60da66fb947fdd"/>
  <p:tag name="KSO_WM_UNIT_PRESET_TEXT" val="单击此处添加标题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211387684835&quot;,&quot;product_name&quot;:&quot;api_wpp_external&quot;,&quot;intention_code&quot;:&quot;365wps_cc_create_ppt&quot;}*gallery_gallery_ai_v2.2.0_ONLINE*90198bdcc6e42b1e91b4c59421174089-slide-10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518"/>
  <p:tag name="KSO_WM_TEMPLATE_CATEGORY" val="custom"/>
  <p:tag name="KSO_WM_SLIDE_INDEX" val="5"/>
  <p:tag name="KSO_WM_SLIDE_ID" val="custom40490518_9"/>
  <p:tag name="KSO_WM_TEMPLATE_MASTER_TYPE" val="0"/>
  <p:tag name="KSO_WM_SLIDE_LAYOUT" val="a_b"/>
  <p:tag name="KSO_WM_SLIDE_LAYOUT_CNT" val="1_1"/>
  <p:tag name="KSO_WM_TAG_VERSION" val="3.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8"/>
  <p:tag name="KSO_WM_TEMPLATE_CATEGORY" val="custom"/>
</p:tagLst>
</file>

<file path=ppt/theme/theme1.xml><?xml version="1.0" encoding="utf-8"?>
<a:theme xmlns:a="http://schemas.openxmlformats.org/drawingml/2006/main" name="简约风蓝白色几何通用模板">
  <a:themeElements>
    <a:clrScheme name="自定义 152">
      <a:dk1>
        <a:srgbClr val="000000"/>
      </a:dk1>
      <a:lt1>
        <a:srgbClr val="FFFFFF"/>
      </a:lt1>
      <a:dk2>
        <a:srgbClr val="00275C"/>
      </a:dk2>
      <a:lt2>
        <a:srgbClr val="F8F8F8"/>
      </a:lt2>
      <a:accent1>
        <a:srgbClr val="3589FF"/>
      </a:accent1>
      <a:accent2>
        <a:srgbClr val="7582FF"/>
      </a:accent2>
      <a:accent3>
        <a:srgbClr val="9B69FF"/>
      </a:accent3>
      <a:accent4>
        <a:srgbClr val="00ACE2"/>
      </a:accent4>
      <a:accent5>
        <a:srgbClr val="00C0CC"/>
      </a:accent5>
      <a:accent6>
        <a:srgbClr val="00CABA"/>
      </a:accent6>
      <a:hlink>
        <a:srgbClr val="0563C1"/>
      </a:hlink>
      <a:folHlink>
        <a:srgbClr val="954F72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2431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等线</vt:lpstr>
      <vt:lpstr>Arial</vt:lpstr>
      <vt:lpstr>Times New Roman</vt:lpstr>
      <vt:lpstr>WPS灵秀黑</vt:lpstr>
      <vt:lpstr>简约风蓝白色几何通用模板</vt:lpstr>
      <vt:lpstr>PowerPoint Presentation</vt:lpstr>
      <vt:lpstr>PowerPoint Presentation</vt:lpstr>
      <vt:lpstr>PowerPoint Presentation</vt:lpstr>
      <vt:lpstr>PowerPoint Presentation</vt:lpstr>
      <vt:lpstr>Q1: 5G Impact on Revenue</vt:lpstr>
      <vt:lpstr>Q2: Underperforming KPI Post-5G</vt:lpstr>
      <vt:lpstr>Q3: Plan Revenue Performance</vt:lpstr>
      <vt:lpstr>Q4: Significantly Impacted Plan (Plan 7)</vt:lpstr>
      <vt:lpstr>Q5: Discontinued Plans &amp; Reasons</vt:lpstr>
      <vt:lpstr>Key Takeaways</vt:lpstr>
      <vt:lpstr>Recommendations &amp; Next Steps</vt:lpstr>
      <vt:lpstr>Q&amp;A | 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Wavecon 5G Launch Impact Analysis</dc:title>
  <dc:creator>O365</dc:creator>
  <cp:lastModifiedBy>Vishal Agarwal</cp:lastModifiedBy>
  <cp:revision>4</cp:revision>
  <dcterms:created xsi:type="dcterms:W3CDTF">2025-11-22T13:43:32Z</dcterms:created>
  <dcterms:modified xsi:type="dcterms:W3CDTF">2025-11-23T17:21:52Z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9FF5524E7DDEA97F03BE216930DBBE62_41</vt:lpwstr>
  </property>
  <property fmtid="{D5CDD505-2E9C-101B-9397-08002B2CF9AE}" pid="3" name="KSOProductBuildVer">
    <vt:lpwstr>2052-12.9.0.21947</vt:lpwstr>
  </property>
  <property fmtid="{D5CDD505-2E9C-101B-9397-08002B2CF9AE}" pid="4" name="KSOTemplateUUID">
    <vt:lpwstr>v1.0_ai_69796627402</vt:lpwstr>
  </property>
</Properties>
</file>